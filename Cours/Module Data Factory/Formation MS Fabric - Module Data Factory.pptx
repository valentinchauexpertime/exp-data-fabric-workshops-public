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 id="2147483860" r:id="rId5"/>
    <p:sldMasterId id="2147483807" r:id="rId6"/>
    <p:sldMasterId id="2147483768" r:id="rId7"/>
    <p:sldMasterId id="2147483890" r:id="rId8"/>
  </p:sldMasterIdLst>
  <p:notesMasterIdLst>
    <p:notesMasterId r:id="rId27"/>
  </p:notesMasterIdLst>
  <p:handoutMasterIdLst>
    <p:handoutMasterId r:id="rId28"/>
  </p:handoutMasterIdLst>
  <p:sldIdLst>
    <p:sldId id="280" r:id="rId9"/>
    <p:sldId id="2147482011" r:id="rId10"/>
    <p:sldId id="2147483643" r:id="rId11"/>
    <p:sldId id="2147483644" r:id="rId12"/>
    <p:sldId id="338" r:id="rId13"/>
    <p:sldId id="2147482067" r:id="rId14"/>
    <p:sldId id="2147480817" r:id="rId15"/>
    <p:sldId id="2147483645" r:id="rId16"/>
    <p:sldId id="2147482127" r:id="rId17"/>
    <p:sldId id="2147483596" r:id="rId18"/>
    <p:sldId id="2147483598" r:id="rId19"/>
    <p:sldId id="2147483599" r:id="rId20"/>
    <p:sldId id="2147483601" r:id="rId21"/>
    <p:sldId id="2147483600" r:id="rId22"/>
    <p:sldId id="2147483603" r:id="rId23"/>
    <p:sldId id="2147483602" r:id="rId24"/>
    <p:sldId id="289" r:id="rId25"/>
    <p:sldId id="32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ments SRC" initials="AS" lastIdx="1" clrIdx="0">
    <p:extLst>
      <p:ext uri="{19B8F6BF-5375-455C-9EA6-DF929625EA0E}">
        <p15:presenceInfo xmlns:p15="http://schemas.microsoft.com/office/powerpoint/2012/main" userId="3c61f1895ec1013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036"/>
    <a:srgbClr val="298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showGuides="1">
      <p:cViewPr varScale="1">
        <p:scale>
          <a:sx n="102" d="100"/>
          <a:sy n="102" d="100"/>
        </p:scale>
        <p:origin x="2586" y="318"/>
      </p:cViewPr>
      <p:guideLst>
        <p:guide orient="horz" pos="2092"/>
        <p:guide pos="3817"/>
      </p:guideLst>
    </p:cSldViewPr>
  </p:slideViewPr>
  <p:notesTextViewPr>
    <p:cViewPr>
      <p:scale>
        <a:sx n="1" d="1"/>
        <a:sy n="1" d="1"/>
      </p:scale>
      <p:origin x="0" y="0"/>
    </p:cViewPr>
  </p:notesTextViewPr>
  <p:notesViewPr>
    <p:cSldViewPr snapToGrid="0" showGuides="1">
      <p:cViewPr varScale="1">
        <p:scale>
          <a:sx n="75" d="100"/>
          <a:sy n="75" d="100"/>
        </p:scale>
        <p:origin x="2840" y="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02B6E2C-8729-4463-AA36-9DE7801842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F4C9B49-E508-4948-B508-63280DD4911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C817CB-DCB3-4EFD-8ADD-BD779EFD7E0F}" type="datetimeFigureOut">
              <a:rPr lang="fr-FR" smtClean="0"/>
              <a:t>10/07/2025</a:t>
            </a:fld>
            <a:endParaRPr lang="fr-FR"/>
          </a:p>
        </p:txBody>
      </p:sp>
      <p:sp>
        <p:nvSpPr>
          <p:cNvPr id="4" name="Espace réservé du pied de page 3">
            <a:extLst>
              <a:ext uri="{FF2B5EF4-FFF2-40B4-BE49-F238E27FC236}">
                <a16:creationId xmlns:a16="http://schemas.microsoft.com/office/drawing/2014/main" id="{28747C93-0BAB-4D41-82A4-F98F37A3F5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3C59FD50-7A28-43D0-B1E3-7A5EE2FD11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0A5A50-3F0D-4AFE-84B7-3CA3FBB7E773}" type="slidenum">
              <a:rPr lang="fr-FR" smtClean="0"/>
              <a:t>‹N°›</a:t>
            </a:fld>
            <a:endParaRPr lang="fr-FR"/>
          </a:p>
        </p:txBody>
      </p:sp>
    </p:spTree>
    <p:extLst>
      <p:ext uri="{BB962C8B-B14F-4D97-AF65-F5344CB8AC3E}">
        <p14:creationId xmlns:p14="http://schemas.microsoft.com/office/powerpoint/2010/main" val="36219733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626BD-A0B4-401F-BB81-846C2A3C58CF}" type="datetimeFigureOut">
              <a:rPr lang="fr-FR" smtClean="0"/>
              <a:t>10/07/2025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16FF32-AF5B-4774-8442-2DE6F693416A}" type="slidenum">
              <a:rPr lang="fr-FR" smtClean="0"/>
              <a:t>‹N°›</a:t>
            </a:fld>
            <a:endParaRPr lang="fr-FR"/>
          </a:p>
        </p:txBody>
      </p:sp>
    </p:spTree>
    <p:extLst>
      <p:ext uri="{BB962C8B-B14F-4D97-AF65-F5344CB8AC3E}">
        <p14:creationId xmlns:p14="http://schemas.microsoft.com/office/powerpoint/2010/main" val="976805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Segoe UI" panose="020B0502040204020203" pitchFamily="34" charset="0"/>
                <a:ea typeface="Calibri" panose="020F0502020204030204" pitchFamily="34" charset="0"/>
              </a:rPr>
              <a:t>For organizations trying to streamline and advance their data estate, the burden is often on you to search through the thousands of data and AI offerings, find the right set of offerings, figure out how to integrate them, and do it in such a way that is scalable and can evolve over time. Most data leaders would rather focus on the outcomes of their tools rather than spend all their time integrating specialized solutions and maintaining their data estate.</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F642E0-B52F-4186-81E7-9882707F0A2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9252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E13E-2FA0-775B-DC0A-8D10D0BEC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893FE-1F9A-F0F8-39E3-CFDA404FC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93A26-CF21-6C84-CB62-5C6A60EB5D47}"/>
              </a:ext>
            </a:extLst>
          </p:cNvPr>
          <p:cNvSpPr>
            <a:spLocks noGrp="1"/>
          </p:cNvSpPr>
          <p:nvPr>
            <p:ph type="body" idx="1"/>
          </p:nvPr>
        </p:nvSpPr>
        <p:spPr/>
        <p:txBody>
          <a:bodyPr/>
          <a:lstStyle/>
          <a:p>
            <a:pPr marL="0" marR="0" fontAlgn="base">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rPr>
              <a:t>Fabric combines the best of Microsoft Power BI, Azure Synapse Analytics, and Azure Data Factory to create a single, unified software as a service (SaaS) platform with core workloads—each purpose-built for specific personas and specific tasks.​</a:t>
            </a:r>
            <a:endParaRPr lang="en-US" sz="180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rPr>
              <a:t> </a:t>
            </a:r>
            <a:endParaRPr lang="en-US" sz="180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rPr>
              <a:t>Let’s explore how all these experiences empower data and business professionals alike to unlock the potential of their data and lay the foundation for the era of AI.​ Fabric empowers every team in the analytics process with the role-specific experiences they need, so data engineers, data warehousing professionals, data scientists, data analysts, and business users feel right at home. ​</a:t>
            </a:r>
            <a:endParaRPr lang="en-US" sz="1800">
              <a:effectLst/>
              <a:latin typeface="Times New Roman" panose="02020603050405020304" pitchFamily="18" charset="0"/>
              <a:ea typeface="Times New Roman" panose="02020603050405020304" pitchFamily="18" charset="0"/>
            </a:endParaRPr>
          </a:p>
          <a:p>
            <a:pPr marL="0" marR="0" fontAlgn="base"/>
            <a:r>
              <a:rPr lang="en-US" sz="1800">
                <a:solidFill>
                  <a:srgbClr val="000000"/>
                </a:solidFill>
                <a:effectLst/>
                <a:latin typeface="Calibri" panose="020F0502020204030204" pitchFamily="34" charset="0"/>
                <a:ea typeface="Times New Roman" panose="02020603050405020304" pitchFamily="18" charset="0"/>
              </a:rPr>
              <a:t>You can think of Fabric as almost as Office for Data. Just like Office 365 has word for document authoring, PowerPoint for presentations, Excel for spreadsheets, etc. in Microsoft Fabric, you have the core workloads. ​</a:t>
            </a:r>
            <a:endParaRPr lang="en-US" sz="180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Factory</a:t>
            </a:r>
            <a:r>
              <a:rPr lang="en-US" sz="1800">
                <a:solidFill>
                  <a:srgbClr val="000000"/>
                </a:solidFill>
                <a:effectLst/>
                <a:latin typeface="Calibri" panose="020F0502020204030204" pitchFamily="34" charset="0"/>
                <a:ea typeface="Times New Roman" panose="02020603050405020304" pitchFamily="18" charset="0"/>
              </a:rPr>
              <a:t> provides more than 150 connectors to cloud and on-premises data sources, drag-and-drop experiences for data transformation, and the ability to orchestrate data pipelines.​</a:t>
            </a:r>
            <a:endParaRPr lang="en-US" sz="180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Real-Time Intelligence</a:t>
            </a:r>
            <a:r>
              <a:rPr lang="en-US" sz="1800" b="0">
                <a:solidFill>
                  <a:srgbClr val="000000"/>
                </a:solidFill>
                <a:effectLst/>
                <a:latin typeface="Calibri" panose="020F0502020204030204" pitchFamily="34" charset="0"/>
                <a:ea typeface="Times New Roman" panose="02020603050405020304" pitchFamily="18" charset="0"/>
              </a:rPr>
              <a:t> is the combination of Real-Time Analytics and Activator, that allow you to ingest streaming data with high granularity, dynamically transform streaming data, query data in real-time for instant insights, and trigger actions like alerting a production manager when equipment is overheating or rerunning jobs when data pipelines fail. </a:t>
            </a:r>
            <a:endParaRPr lang="en-US" sz="1800" b="1">
              <a:solidFill>
                <a:srgbClr val="000000"/>
              </a:solidFill>
              <a:effectLst/>
              <a:latin typeface="Calibri" panose="020F0502020204030204" pitchFamily="34"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Databases </a:t>
            </a:r>
            <a:r>
              <a:rPr lang="en-US" sz="1800" b="0">
                <a:solidFill>
                  <a:srgbClr val="000000"/>
                </a:solidFill>
                <a:effectLst/>
                <a:latin typeface="Calibri" panose="020F0502020204030204" pitchFamily="34" charset="0"/>
                <a:ea typeface="Times New Roman" panose="02020603050405020304" pitchFamily="18" charset="0"/>
              </a:rPr>
              <a:t>enables the streamlining of AI application development with simple, intuitive, and autonomous databases that provision in seconds. With Fabric’s new Databases workload you can unlock innovative new scenarios for AI transformation.</a:t>
            </a:r>
            <a:endParaRPr lang="en-US" sz="1800" b="1">
              <a:solidFill>
                <a:srgbClr val="000000"/>
              </a:solidFill>
              <a:effectLst/>
              <a:latin typeface="Calibri" panose="020F0502020204030204" pitchFamily="34"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Analytics </a:t>
            </a:r>
            <a:r>
              <a:rPr lang="en-US" sz="1800" b="0">
                <a:solidFill>
                  <a:srgbClr val="000000"/>
                </a:solidFill>
                <a:effectLst/>
                <a:latin typeface="Calibri" panose="020F0502020204030204" pitchFamily="34" charset="0"/>
                <a:ea typeface="Times New Roman" panose="02020603050405020304" pitchFamily="18" charset="0"/>
              </a:rPr>
              <a:t>is also a new combination of three workloads: Data Engineering, Data Science, and Data Warehousing. Within Analytics, data professionals have all the tools they need for more complex authoring and modeling</a:t>
            </a:r>
            <a:endParaRPr lang="en-US" sz="1800" b="1">
              <a:solidFill>
                <a:srgbClr val="000000"/>
              </a:solidFill>
              <a:effectLst/>
              <a:latin typeface="Calibri" panose="020F0502020204030204" pitchFamily="34" charset="0"/>
              <a:ea typeface="Times New Roman" panose="02020603050405020304" pitchFamily="18" charset="0"/>
            </a:endParaRPr>
          </a:p>
          <a:p>
            <a:pPr marL="800100" marR="0" lvl="1"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Engineering </a:t>
            </a:r>
            <a:r>
              <a:rPr lang="en-US" sz="1800">
                <a:solidFill>
                  <a:srgbClr val="000000"/>
                </a:solidFill>
                <a:effectLst/>
                <a:latin typeface="Calibri" panose="020F0502020204030204" pitchFamily="34" charset="0"/>
                <a:ea typeface="Times New Roman" panose="02020603050405020304" pitchFamily="18" charset="0"/>
              </a:rPr>
              <a:t>enables great authoring experiences for Spark, instant start with live pools, and the ability to collaborate.​</a:t>
            </a:r>
            <a:endParaRPr lang="en-US" sz="1800">
              <a:effectLst/>
              <a:latin typeface="Times New Roman" panose="02020603050405020304" pitchFamily="18" charset="0"/>
              <a:ea typeface="Times New Roman" panose="02020603050405020304" pitchFamily="18" charset="0"/>
            </a:endParaRPr>
          </a:p>
          <a:p>
            <a:pPr marL="800100" marR="0" lvl="1"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Science </a:t>
            </a:r>
            <a:r>
              <a:rPr lang="en-US" sz="1800">
                <a:solidFill>
                  <a:srgbClr val="000000"/>
                </a:solidFill>
                <a:effectLst/>
                <a:latin typeface="Calibri" panose="020F0502020204030204" pitchFamily="34" charset="0"/>
                <a:ea typeface="Times New Roman" panose="02020603050405020304" pitchFamily="18" charset="0"/>
              </a:rPr>
              <a:t>provides an end-to-end workflow for data scientists to build sophisticated AI models, collaborate easily, and train, deploy, and manage machine learning models. ​</a:t>
            </a:r>
            <a:endParaRPr lang="en-US" sz="1800">
              <a:effectLst/>
              <a:latin typeface="Times New Roman" panose="02020603050405020304" pitchFamily="18" charset="0"/>
              <a:ea typeface="Times New Roman" panose="02020603050405020304" pitchFamily="18" charset="0"/>
            </a:endParaRPr>
          </a:p>
          <a:p>
            <a:pPr marL="800100" marR="0" lvl="1"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Warehousing</a:t>
            </a:r>
            <a:r>
              <a:rPr lang="en-US" sz="1800">
                <a:solidFill>
                  <a:srgbClr val="000000"/>
                </a:solidFill>
                <a:effectLst/>
                <a:latin typeface="Calibri" panose="020F0502020204030204" pitchFamily="34" charset="0"/>
                <a:ea typeface="Times New Roman" panose="02020603050405020304" pitchFamily="18" charset="0"/>
              </a:rPr>
              <a:t> provides a converged lake house and data warehouse experience with industry-leading SQL performance on open data formats.​</a:t>
            </a:r>
            <a:endParaRPr lang="en-US" sz="1800">
              <a:effectLst/>
              <a:latin typeface="Times New Roman" panose="02020603050405020304" pitchFamily="18" charset="0"/>
              <a:ea typeface="Times New Roman" panose="02020603050405020304" pitchFamily="18" charset="0"/>
            </a:endParaRPr>
          </a:p>
          <a:p>
            <a:pPr marL="342900" marR="0" lvl="0" indent="-342900" algn="l" defTabSz="914400" rtl="0" eaLnBrk="1" fontAlgn="base" latinLnBrk="0" hangingPunct="1">
              <a:lnSpc>
                <a:spcPct val="100000"/>
              </a:lnSpc>
              <a:spcBef>
                <a:spcPts val="0"/>
              </a:spcBef>
              <a:spcAft>
                <a:spcPts val="0"/>
              </a:spcAft>
              <a:buClrTx/>
              <a:buSzTx/>
              <a:buFont typeface="Symbol" panose="05050102010706020507" pitchFamily="18" charset="2"/>
              <a:buChar char=""/>
              <a:tabLst/>
              <a:defRPr/>
            </a:pPr>
            <a:r>
              <a:rPr lang="en-US" sz="1800" b="1">
                <a:solidFill>
                  <a:srgbClr val="000000"/>
                </a:solidFill>
                <a:effectLst/>
                <a:latin typeface="Calibri" panose="020F0502020204030204" pitchFamily="34" charset="0"/>
                <a:ea typeface="Times New Roman" panose="02020603050405020304" pitchFamily="18" charset="0"/>
              </a:rPr>
              <a:t>Industry Solutions </a:t>
            </a:r>
            <a:r>
              <a:rPr lang="en-US" sz="1800" b="0">
                <a:solidFill>
                  <a:srgbClr val="000000"/>
                </a:solidFill>
                <a:effectLst/>
                <a:latin typeface="Calibri" panose="020F0502020204030204" pitchFamily="34" charset="0"/>
                <a:ea typeface="Times New Roman" panose="02020603050405020304" pitchFamily="18" charset="0"/>
              </a:rPr>
              <a:t>allows Fabric users to not only unify their data and lay the foundation for transformative solutions, but also shortens the onramp to Fabric value for customers in Healthcare, Manufacturing, Retail, and Sustainability with industry-focused connectors, data models, and out-of-the-box templates.</a:t>
            </a:r>
            <a:endParaRPr lang="en-US" sz="1800" b="1">
              <a:solidFill>
                <a:srgbClr val="000000"/>
              </a:solidFill>
              <a:effectLst/>
              <a:latin typeface="Calibri" panose="020F0502020204030204" pitchFamily="34" charset="0"/>
              <a:ea typeface="Times New Roman" panose="02020603050405020304" pitchFamily="18" charset="0"/>
            </a:endParaRPr>
          </a:p>
          <a:p>
            <a:pPr marL="342900" marR="0" lvl="0" indent="-342900" algn="l" defTabSz="914400" rtl="0" eaLnBrk="1" fontAlgn="base" latinLnBrk="0" hangingPunct="1">
              <a:lnSpc>
                <a:spcPct val="100000"/>
              </a:lnSpc>
              <a:spcBef>
                <a:spcPts val="0"/>
              </a:spcBef>
              <a:spcAft>
                <a:spcPts val="0"/>
              </a:spcAft>
              <a:buClrTx/>
              <a:buSzTx/>
              <a:buFont typeface="Symbol" panose="05050102010706020507" pitchFamily="18" charset="2"/>
              <a:buChar char=""/>
              <a:tabLst/>
              <a:defRPr/>
            </a:pPr>
            <a:r>
              <a:rPr lang="en-US" sz="1800" b="1">
                <a:solidFill>
                  <a:srgbClr val="000000"/>
                </a:solidFill>
                <a:effectLst/>
                <a:latin typeface="Calibri" panose="020F0502020204030204" pitchFamily="34" charset="0"/>
                <a:ea typeface="Times New Roman" panose="02020603050405020304" pitchFamily="18" charset="0"/>
              </a:rPr>
              <a:t>Power BI</a:t>
            </a:r>
            <a:r>
              <a:rPr lang="en-US" sz="1800">
                <a:solidFill>
                  <a:srgbClr val="000000"/>
                </a:solidFill>
                <a:effectLst/>
                <a:latin typeface="Calibri" panose="020F0502020204030204" pitchFamily="34" charset="0"/>
                <a:ea typeface="Times New Roman" panose="02020603050405020304" pitchFamily="18" charset="0"/>
              </a:rPr>
              <a:t> in Fabric provides industry-leading visualization and AI-driven analytics that enable business analysts and business users to gain insights from data. The Power BI experience is also deeply integrated into Microsoft 365, providing relevant insights where business users already work. ​</a:t>
            </a:r>
          </a:p>
          <a:p>
            <a:pPr marL="342900" marR="0" lvl="0" indent="-342900" algn="l" defTabSz="914400" rtl="0" eaLnBrk="1" fontAlgn="base" latinLnBrk="0" hangingPunct="1">
              <a:lnSpc>
                <a:spcPct val="100000"/>
              </a:lnSpc>
              <a:spcBef>
                <a:spcPts val="0"/>
              </a:spcBef>
              <a:spcAft>
                <a:spcPts val="0"/>
              </a:spcAft>
              <a:buClrTx/>
              <a:buSzTx/>
              <a:buFont typeface="Symbol" panose="05050102010706020507" pitchFamily="18" charset="2"/>
              <a:buChar char=""/>
              <a:tabLst/>
              <a:defRPr/>
            </a:pPr>
            <a:r>
              <a:rPr lang="en-US" sz="1800" b="1">
                <a:solidFill>
                  <a:srgbClr val="000000"/>
                </a:solidFill>
                <a:effectLst/>
                <a:latin typeface="Calibri" panose="020F0502020204030204" pitchFamily="34" charset="0"/>
                <a:ea typeface="Times New Roman" panose="02020603050405020304" pitchFamily="18" charset="0"/>
              </a:rPr>
              <a:t>Partner Solutions </a:t>
            </a:r>
            <a:r>
              <a:rPr lang="en-US" sz="1800" b="0">
                <a:solidFill>
                  <a:srgbClr val="000000"/>
                </a:solidFill>
                <a:effectLst/>
                <a:latin typeface="Calibri" panose="020F0502020204030204" pitchFamily="34" charset="0"/>
                <a:ea typeface="Times New Roman" panose="02020603050405020304" pitchFamily="18" charset="0"/>
              </a:rPr>
              <a:t>empower users to take advantage of an extensive ecosystem of partners to help drive business growth.</a:t>
            </a:r>
            <a:endParaRPr lang="en-US" sz="1800" b="1">
              <a:solidFill>
                <a:schemeClr val="tx1"/>
              </a:solidFill>
              <a:effectLst/>
              <a:latin typeface="Times New Roman" panose="02020603050405020304" pitchFamily="18" charset="0"/>
              <a:ea typeface="Times New Roman" panose="02020603050405020304" pitchFamily="18" charset="0"/>
            </a:endParaRPr>
          </a:p>
          <a:p>
            <a:pPr marL="0" marR="0" lvl="0" indent="0" fontAlgn="base">
              <a:spcBef>
                <a:spcPts val="0"/>
              </a:spcBef>
              <a:spcAft>
                <a:spcPts val="0"/>
              </a:spcAft>
              <a:buFont typeface="Symbol" panose="05050102010706020507" pitchFamily="18" charset="2"/>
              <a:buNone/>
            </a:pPr>
            <a:endParaRPr lang="en-US" sz="1800" b="0">
              <a:solidFill>
                <a:srgbClr val="000000"/>
              </a:solidFill>
              <a:effectLst/>
              <a:latin typeface="Calibri" panose="020F0502020204030204" pitchFamily="34" charset="0"/>
              <a:ea typeface="Times New Roman" panose="02020603050405020304" pitchFamily="18" charset="0"/>
            </a:endParaRPr>
          </a:p>
          <a:p>
            <a:pPr marL="0" marR="0" lvl="0" indent="0" fontAlgn="base">
              <a:spcBef>
                <a:spcPts val="0"/>
              </a:spcBef>
              <a:spcAft>
                <a:spcPts val="0"/>
              </a:spcAft>
              <a:buFont typeface="Symbol" panose="05050102010706020507" pitchFamily="18" charset="2"/>
              <a:buNone/>
            </a:pPr>
            <a:r>
              <a:rPr lang="en-US" sz="1800" b="0">
                <a:solidFill>
                  <a:srgbClr val="000000"/>
                </a:solidFill>
                <a:effectLst/>
                <a:latin typeface="Calibri" panose="020F0502020204030204" pitchFamily="34" charset="0"/>
                <a:ea typeface="Times New Roman" panose="02020603050405020304" pitchFamily="18" charset="0"/>
              </a:rPr>
              <a:t>And with Microsoft Fabric’s new workload hub, you can </a:t>
            </a:r>
            <a:r>
              <a:rPr lang="en-US" sz="1800" kern="100">
                <a:effectLst/>
                <a:latin typeface="Segoe UI" panose="020B0502040204020203" pitchFamily="34" charset="0"/>
                <a:ea typeface="Calibri" panose="020F0502020204030204" pitchFamily="34" charset="0"/>
              </a:rPr>
              <a:t>discover, add, and manage partner created workloads from industry-leading ISVs like EPIC, London Stock Exchange, Informatica, and ESRI. </a:t>
            </a:r>
            <a:endParaRPr lang="en-US" sz="1800">
              <a:solidFill>
                <a:srgbClr val="000000"/>
              </a:solidFill>
              <a:effectLst/>
              <a:latin typeface="Calibri" panose="020F0502020204030204" pitchFamily="34" charset="0"/>
              <a:ea typeface="Times New Roman" panose="02020603050405020304" pitchFamily="18" charset="0"/>
            </a:endParaRPr>
          </a:p>
          <a:p>
            <a:endParaRPr lang="en-US" sz="1800">
              <a:effectLst/>
              <a:latin typeface="Times New Roman"/>
              <a:ea typeface="Times New Roman" panose="02020603050405020304" pitchFamily="18" charset="0"/>
              <a:cs typeface="Times New Roman"/>
            </a:endParaRPr>
          </a:p>
        </p:txBody>
      </p:sp>
      <p:sp>
        <p:nvSpPr>
          <p:cNvPr id="4" name="Slide Number Placeholder 3">
            <a:extLst>
              <a:ext uri="{FF2B5EF4-FFF2-40B4-BE49-F238E27FC236}">
                <a16:creationId xmlns:a16="http://schemas.microsoft.com/office/drawing/2014/main" id="{DC92F08C-6D69-9B1D-3CD9-F9EA508E51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211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D52B0-D45D-5B14-3547-08D4DBDC9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AFBED-E5FB-BA70-6E79-3409F830D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88DC4-99EE-C532-6529-A42903F05B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Microsoft Fabric is a unified SaaS based solution comprised of workloads, designed to target specific personas and tasks, while working seamlessly together on a unified lake-first foundation. Together, these workloads help organizations unlock the transformative value of data. Let us look at each of these key workloads in detail. </a:t>
            </a:r>
          </a:p>
          <a:p>
            <a:endParaRPr lang="en-US"/>
          </a:p>
        </p:txBody>
      </p:sp>
      <p:sp>
        <p:nvSpPr>
          <p:cNvPr id="4" name="Slide Number Placeholder 3">
            <a:extLst>
              <a:ext uri="{FF2B5EF4-FFF2-40B4-BE49-F238E27FC236}">
                <a16:creationId xmlns:a16="http://schemas.microsoft.com/office/drawing/2014/main" id="{FF1D1BAF-B4AE-B623-57E9-960D25C3B269}"/>
              </a:ext>
            </a:extLst>
          </p:cNvPr>
          <p:cNvSpPr>
            <a:spLocks noGrp="1"/>
          </p:cNvSpPr>
          <p:nvPr>
            <p:ph type="sldNum" sz="quarter" idx="5"/>
          </p:nvPr>
        </p:nvSpPr>
        <p:spPr/>
        <p:txBody>
          <a:bodyPr/>
          <a:lstStyle/>
          <a:p>
            <a:fld id="{054A4EC1-C524-ED45-A185-10510AA0C8D1}" type="slidenum">
              <a:rPr lang="en-US" smtClean="0"/>
              <a:t>4</a:t>
            </a:fld>
            <a:endParaRPr lang="en-US"/>
          </a:p>
        </p:txBody>
      </p:sp>
    </p:spTree>
    <p:extLst>
      <p:ext uri="{BB962C8B-B14F-4D97-AF65-F5344CB8AC3E}">
        <p14:creationId xmlns:p14="http://schemas.microsoft.com/office/powerpoint/2010/main" val="354254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cs typeface="Segoe UI"/>
              </a:rPr>
              <a:t>Data </a:t>
            </a:r>
            <a:r>
              <a:rPr lang="en-US" sz="1200">
                <a:latin typeface="Segoe UI"/>
                <a:cs typeface="Segoe UI"/>
              </a:rPr>
              <a:t>Factory brings the best of Azure Data Factory and Power Query together in one experience. This brings low-code, AI-enabled data preparation and transformation experiences, petabyte-scale transformation, and hundreds of connectors with hybrid, multi-cloud connectivity––all governed via Purview with enterprise promises of Data/Op/CI/CD, Application Lifecycle management, and monitoring.</a:t>
            </a:r>
            <a:endParaRPr lang="en-US" sz="1200">
              <a:cs typeface="Segoe UI"/>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6795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cs typeface="Segoe UI"/>
              </a:rPr>
              <a:t>Data </a:t>
            </a:r>
            <a:r>
              <a:rPr lang="en-US" sz="1200">
                <a:latin typeface="Segoe UI"/>
                <a:cs typeface="Segoe UI"/>
              </a:rPr>
              <a:t>Factory brings the best of Azure Data Factory and Power Query together in one experience. This brings low-code, AI-enabled data preparation and transformation experiences, petabyte-scale transformation, and hundreds of connectors with hybrid, multi-cloud connectivity––all governed via Purview with enterprise promises of Data/Op/CI/CD, Application Lifecycle management, and monitoring.</a:t>
            </a:r>
            <a:endParaRPr lang="en-US" sz="1200">
              <a:cs typeface="Segoe UI"/>
            </a:endParaRPr>
          </a:p>
          <a:p>
            <a:endParaRPr lang="en-US"/>
          </a:p>
        </p:txBody>
      </p:sp>
      <p:sp>
        <p:nvSpPr>
          <p:cNvPr id="4" name="Slide Number Placeholder 3"/>
          <p:cNvSpPr>
            <a:spLocks noGrp="1"/>
          </p:cNvSpPr>
          <p:nvPr>
            <p:ph type="sldNum" sz="quarter" idx="5"/>
          </p:nvPr>
        </p:nvSpPr>
        <p:spPr/>
        <p:txBody>
          <a:bodyPr/>
          <a:lstStyle/>
          <a:p>
            <a:fld id="{054A4EC1-C524-ED45-A185-10510AA0C8D1}" type="slidenum">
              <a:rPr lang="en-US" smtClean="0"/>
              <a:t>7</a:t>
            </a:fld>
            <a:endParaRPr lang="en-US"/>
          </a:p>
        </p:txBody>
      </p:sp>
    </p:spTree>
    <p:extLst>
      <p:ext uri="{BB962C8B-B14F-4D97-AF65-F5344CB8AC3E}">
        <p14:creationId xmlns:p14="http://schemas.microsoft.com/office/powerpoint/2010/main" val="451957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are announcing Dataverse shortcuts, work with all your dynamics data in OneLake, no data movement necessary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AC536-D95F-4AD1-A014-D0BF47CB4F5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14192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image" Target="../media/image19.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1.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2.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3.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4.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5.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6.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7.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8.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jpg"/><Relationship Id="rId1" Type="http://schemas.openxmlformats.org/officeDocument/2006/relationships/slideMaster" Target="../slideMasters/slideMaster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34.svg"/><Relationship Id="rId4" Type="http://schemas.openxmlformats.org/officeDocument/2006/relationships/image" Target="../media/image3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4.xml"/><Relationship Id="rId4" Type="http://schemas.openxmlformats.org/officeDocument/2006/relationships/image" Target="../media/image36.png"/></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34.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7.jp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Master" Target="../slideMasters/slideMaster4.xml"/><Relationship Id="rId4" Type="http://schemas.openxmlformats.org/officeDocument/2006/relationships/image" Target="../media/image37.jp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34.svg"/><Relationship Id="rId4" Type="http://schemas.openxmlformats.org/officeDocument/2006/relationships/image" Target="../media/image33.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38.jpg"/><Relationship Id="rId4" Type="http://schemas.openxmlformats.org/officeDocument/2006/relationships/image" Target="../media/image34.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image" Target="../media/image41.png"/><Relationship Id="rId1" Type="http://schemas.openxmlformats.org/officeDocument/2006/relationships/slideMaster" Target="../slideMasters/slideMaster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png"/><Relationship Id="rId7"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6.png"/><Relationship Id="rId9" Type="http://schemas.openxmlformats.org/officeDocument/2006/relationships/image" Target="../media/image51.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4.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53.jpeg"/><Relationship Id="rId5" Type="http://schemas.openxmlformats.org/officeDocument/2006/relationships/image" Target="../media/image52.png"/><Relationship Id="rId4" Type="http://schemas.openxmlformats.org/officeDocument/2006/relationships/image" Target="../media/image15.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4.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53.jpeg"/><Relationship Id="rId5" Type="http://schemas.openxmlformats.org/officeDocument/2006/relationships/image" Target="../media/image52.png"/><Relationship Id="rId4" Type="http://schemas.openxmlformats.org/officeDocument/2006/relationships/image" Target="../media/image15.png"/></Relationships>
</file>

<file path=ppt/slideLayouts/_rels/slideLayout7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3.png"/><Relationship Id="rId1" Type="http://schemas.openxmlformats.org/officeDocument/2006/relationships/slideMaster" Target="../slideMasters/slideMaster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61.png"/><Relationship Id="rId5" Type="http://schemas.openxmlformats.org/officeDocument/2006/relationships/image" Target="../media/image52.png"/><Relationship Id="rId4" Type="http://schemas.openxmlformats.org/officeDocument/2006/relationships/image" Target="../media/image15.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ide blanc">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565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seul - 1">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838200" y="20742"/>
            <a:ext cx="10515600" cy="1104674"/>
          </a:xfrm>
        </p:spPr>
        <p:txBody>
          <a:bodyPr/>
          <a:lstStyle>
            <a:lvl1pPr>
              <a:defRPr>
                <a:solidFill>
                  <a:srgbClr val="002060"/>
                </a:solidFill>
              </a:defRPr>
            </a:lvl1pPr>
          </a:lstStyle>
          <a:p>
            <a:r>
              <a:rPr lang="fr-FR" dirty="0"/>
              <a:t>Titre de la page</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Tree>
    <p:extLst>
      <p:ext uri="{BB962C8B-B14F-4D97-AF65-F5344CB8AC3E}">
        <p14:creationId xmlns:p14="http://schemas.microsoft.com/office/powerpoint/2010/main" val="274247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seul - 2">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4BB829A2-F7BD-4F55-86DB-069B3C790782}"/>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9" name="Title 1">
            <a:extLst>
              <a:ext uri="{FF2B5EF4-FFF2-40B4-BE49-F238E27FC236}">
                <a16:creationId xmlns:a16="http://schemas.microsoft.com/office/drawing/2014/main" id="{C5AFFE61-C6DE-4EBB-AC76-4DAD684CB660}"/>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423301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seul - 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6098061-51CD-40BC-B7FB-E3954989A235}"/>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9" name="Rectangle 8">
            <a:extLst>
              <a:ext uri="{FF2B5EF4-FFF2-40B4-BE49-F238E27FC236}">
                <a16:creationId xmlns:a16="http://schemas.microsoft.com/office/drawing/2014/main" id="{7E644418-1D56-4F50-A53C-F01F7309F507}"/>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avec coins arrondis en diagonale 9">
            <a:extLst>
              <a:ext uri="{FF2B5EF4-FFF2-40B4-BE49-F238E27FC236}">
                <a16:creationId xmlns:a16="http://schemas.microsoft.com/office/drawing/2014/main" id="{D73BC507-CFF9-4690-8E96-3E939F55E0B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Slide Number Placeholder 5">
            <a:extLst>
              <a:ext uri="{FF2B5EF4-FFF2-40B4-BE49-F238E27FC236}">
                <a16:creationId xmlns:a16="http://schemas.microsoft.com/office/drawing/2014/main" id="{0ACCDD6D-D462-422A-A428-C81D86CA1CA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4" name="Date Placeholder 3">
            <a:extLst>
              <a:ext uri="{FF2B5EF4-FFF2-40B4-BE49-F238E27FC236}">
                <a16:creationId xmlns:a16="http://schemas.microsoft.com/office/drawing/2014/main" id="{32FB6411-6532-4974-AC96-28C0E706E9C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5" name="Footer Placeholder 4">
            <a:extLst>
              <a:ext uri="{FF2B5EF4-FFF2-40B4-BE49-F238E27FC236}">
                <a16:creationId xmlns:a16="http://schemas.microsoft.com/office/drawing/2014/main" id="{7B0F6C35-89F5-46C2-9A9D-0A91D1539D12}"/>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16" name="Image 15">
            <a:extLst>
              <a:ext uri="{FF2B5EF4-FFF2-40B4-BE49-F238E27FC236}">
                <a16:creationId xmlns:a16="http://schemas.microsoft.com/office/drawing/2014/main" id="{AC8A8438-E14C-4ED4-A8FF-42B4A78FC4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3" name="Title 1">
            <a:extLst>
              <a:ext uri="{FF2B5EF4-FFF2-40B4-BE49-F238E27FC236}">
                <a16:creationId xmlns:a16="http://schemas.microsoft.com/office/drawing/2014/main" id="{7A177CDB-7D96-412A-B0A4-39028531B09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293452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simple - 1">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57A1C490-2137-4109-9BC4-2B19155FE969}"/>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0"/>
            <a:ext cx="10515600" cy="4713924"/>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Title 1">
            <a:extLst>
              <a:ext uri="{FF2B5EF4-FFF2-40B4-BE49-F238E27FC236}">
                <a16:creationId xmlns:a16="http://schemas.microsoft.com/office/drawing/2014/main" id="{C2EAD0DF-1A92-47AC-8484-A03B7F132A5F}"/>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8801898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simple - 2">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E7282368-5B66-475F-8D1A-C82A58786A25}"/>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0" name="Rectangle 9">
            <a:extLst>
              <a:ext uri="{FF2B5EF4-FFF2-40B4-BE49-F238E27FC236}">
                <a16:creationId xmlns:a16="http://schemas.microsoft.com/office/drawing/2014/main" id="{E74A5A83-3B6F-49F8-A409-256C1E291D4E}"/>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0"/>
            <a:ext cx="10515600" cy="4727992"/>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Date Placeholder 3">
            <a:extLst>
              <a:ext uri="{FF2B5EF4-FFF2-40B4-BE49-F238E27FC236}">
                <a16:creationId xmlns:a16="http://schemas.microsoft.com/office/drawing/2014/main" id="{BF46D0B1-22F2-4657-8D91-4379F117F6A4}"/>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4" name="Footer Placeholder 4">
            <a:extLst>
              <a:ext uri="{FF2B5EF4-FFF2-40B4-BE49-F238E27FC236}">
                <a16:creationId xmlns:a16="http://schemas.microsoft.com/office/drawing/2014/main" id="{C4BB5B52-E5EC-4BE6-A1F3-5B6C15D18006}"/>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15" name="Image 14">
            <a:extLst>
              <a:ext uri="{FF2B5EF4-FFF2-40B4-BE49-F238E27FC236}">
                <a16:creationId xmlns:a16="http://schemas.microsoft.com/office/drawing/2014/main" id="{89CAEAA2-49EA-48D1-9DF0-259F757718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3" name="Title 1">
            <a:extLst>
              <a:ext uri="{FF2B5EF4-FFF2-40B4-BE49-F238E27FC236}">
                <a16:creationId xmlns:a16="http://schemas.microsoft.com/office/drawing/2014/main" id="{0C32DC16-C72D-4FDD-901C-780E694D9210}"/>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1788988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 mis en avant - 1">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F3993C26-C9AF-4978-A25A-4F54C8745799}"/>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1206500" y="1828602"/>
            <a:ext cx="10147300" cy="3764107"/>
          </a:xfrm>
        </p:spPr>
        <p:txBody>
          <a:bodyPr anchor="ctr"/>
          <a:lstStyle>
            <a:lvl1pPr marL="457200" indent="-457200">
              <a:buFont typeface="Arial" panose="020B0604020202020204" pitchFamily="34" charset="0"/>
              <a:buChar char="•"/>
              <a:defRPr/>
            </a:lvl1pPr>
            <a:lvl2pPr marL="800100" indent="-342900">
              <a:buFont typeface="Arial" panose="020B0604020202020204" pitchFamily="34" charset="0"/>
              <a:buChar char="•"/>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2" name="Graphique 11">
            <a:extLst>
              <a:ext uri="{FF2B5EF4-FFF2-40B4-BE49-F238E27FC236}">
                <a16:creationId xmlns:a16="http://schemas.microsoft.com/office/drawing/2014/main" id="{537B2133-4248-41BA-A813-0A191950C7B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1922" y="1828602"/>
            <a:ext cx="558786" cy="3764107"/>
          </a:xfrm>
          <a:prstGeom prst="rect">
            <a:avLst/>
          </a:prstGeom>
        </p:spPr>
      </p:pic>
      <p:sp>
        <p:nvSpPr>
          <p:cNvPr id="14" name="Title 1">
            <a:extLst>
              <a:ext uri="{FF2B5EF4-FFF2-40B4-BE49-F238E27FC236}">
                <a16:creationId xmlns:a16="http://schemas.microsoft.com/office/drawing/2014/main" id="{5BB52F5A-B9E8-4504-BC9A-FA2C62FA2C3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679452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mis en avant - 2">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B4628CE5-068B-4763-85B9-BA53B106D9B0}"/>
              </a:ext>
            </a:extLst>
          </p:cNvPr>
          <p:cNvPicPr>
            <a:picLocks noChangeAspect="1"/>
          </p:cNvPicPr>
          <p:nvPr userDrawn="1"/>
        </p:nvPicPr>
        <p:blipFill rotWithShape="1">
          <a:blip r:embed="rId2"/>
          <a:srcRect t="66056"/>
          <a:stretch/>
        </p:blipFill>
        <p:spPr>
          <a:xfrm>
            <a:off x="351321" y="-1"/>
            <a:ext cx="11840679" cy="1149355"/>
          </a:xfrm>
          <a:prstGeom prst="rect">
            <a:avLst/>
          </a:prstGeom>
        </p:spPr>
      </p:pic>
      <p:pic>
        <p:nvPicPr>
          <p:cNvPr id="10" name="Graphique 9">
            <a:extLst>
              <a:ext uri="{FF2B5EF4-FFF2-40B4-BE49-F238E27FC236}">
                <a16:creationId xmlns:a16="http://schemas.microsoft.com/office/drawing/2014/main" id="{CD27617E-52B6-4506-B758-02B28F82D6B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117" y="1809119"/>
            <a:ext cx="2053383" cy="3769518"/>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p:nvPr>
        </p:nvSpPr>
        <p:spPr>
          <a:xfrm>
            <a:off x="2540000" y="1821819"/>
            <a:ext cx="8813800" cy="3769519"/>
          </a:xfrm>
        </p:spPr>
        <p:txBody>
          <a:bodyPr anchor="ctr"/>
          <a:lstStyle>
            <a:lvl1pPr marL="457200" indent="-457200">
              <a:buFont typeface="Arial" panose="020B0604020202020204" pitchFamily="34" charset="0"/>
              <a:buChar char="•"/>
              <a:defRPr>
                <a:solidFill>
                  <a:schemeClr val="tx1"/>
                </a:solidFill>
              </a:defRPr>
            </a:lvl1pPr>
            <a:lvl2pPr marL="800100" indent="-342900">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pic>
        <p:nvPicPr>
          <p:cNvPr id="14" name="Image 13">
            <a:extLst>
              <a:ext uri="{FF2B5EF4-FFF2-40B4-BE49-F238E27FC236}">
                <a16:creationId xmlns:a16="http://schemas.microsoft.com/office/drawing/2014/main" id="{F300E094-9CF2-4F0C-AD7E-753A3D44928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2" name="Title 1">
            <a:extLst>
              <a:ext uri="{FF2B5EF4-FFF2-40B4-BE49-F238E27FC236}">
                <a16:creationId xmlns:a16="http://schemas.microsoft.com/office/drawing/2014/main" id="{18BE7A44-BC20-4BB0-9A25-59A5BA578EF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893963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 mis en avant - 3">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21050A88-C9B3-4E33-AD09-98313DEFA07D}"/>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658228"/>
            <a:ext cx="7827496" cy="4267201"/>
          </a:xfrm>
        </p:spPr>
        <p:txBody>
          <a:bodyPr/>
          <a:lstStyle>
            <a:lvl1pPr marL="457200" indent="-457200">
              <a:buFont typeface="Arial" panose="020B0604020202020204" pitchFamily="34" charset="0"/>
              <a:buChar char="•"/>
              <a:defRPr/>
            </a:lvl1pPr>
            <a:lvl2pPr marL="800100" indent="-342900">
              <a:buFont typeface="Arial" panose="020B0604020202020204" pitchFamily="34" charset="0"/>
              <a:buChar char="•"/>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Graphique 14">
            <a:extLst>
              <a:ext uri="{FF2B5EF4-FFF2-40B4-BE49-F238E27FC236}">
                <a16:creationId xmlns:a16="http://schemas.microsoft.com/office/drawing/2014/main" id="{0AAC70E0-F115-4EA0-8A24-FD87888CC63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58074" y="1620180"/>
            <a:ext cx="621312" cy="4185296"/>
          </a:xfrm>
          <a:prstGeom prst="rect">
            <a:avLst/>
          </a:prstGeom>
        </p:spPr>
      </p:pic>
      <p:pic>
        <p:nvPicPr>
          <p:cNvPr id="8" name="Image 7">
            <a:extLst>
              <a:ext uri="{FF2B5EF4-FFF2-40B4-BE49-F238E27FC236}">
                <a16:creationId xmlns:a16="http://schemas.microsoft.com/office/drawing/2014/main" id="{AE2AA71E-3B2F-449E-8314-32FE90D7C174}"/>
              </a:ext>
            </a:extLst>
          </p:cNvPr>
          <p:cNvPicPr>
            <a:picLocks noChangeAspect="1"/>
          </p:cNvPicPr>
          <p:nvPr userDrawn="1"/>
        </p:nvPicPr>
        <p:blipFill rotWithShape="1">
          <a:blip r:embed="rId6"/>
          <a:srcRect r="84250"/>
          <a:stretch/>
        </p:blipFill>
        <p:spPr>
          <a:xfrm>
            <a:off x="10271764" y="1620180"/>
            <a:ext cx="1920236" cy="4267200"/>
          </a:xfrm>
          <a:prstGeom prst="rect">
            <a:avLst/>
          </a:prstGeom>
        </p:spPr>
      </p:pic>
      <p:sp>
        <p:nvSpPr>
          <p:cNvPr id="12" name="Title 1">
            <a:extLst>
              <a:ext uri="{FF2B5EF4-FFF2-40B4-BE49-F238E27FC236}">
                <a16:creationId xmlns:a16="http://schemas.microsoft.com/office/drawing/2014/main" id="{AB311054-D27F-4C72-822A-2484E0D70304}"/>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53595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mis en avant - 4">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1125416"/>
            <a:ext cx="12192000" cy="57325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p:nvPr>
        </p:nvSpPr>
        <p:spPr>
          <a:xfrm>
            <a:off x="2540000" y="1821815"/>
            <a:ext cx="8813800" cy="3769519"/>
          </a:xfrm>
        </p:spPr>
        <p:txBody>
          <a:bodyPr anchor="ctr"/>
          <a:lstStyle>
            <a:lvl1pPr marL="457200" indent="-457200">
              <a:buFont typeface="Arial" panose="020B0604020202020204" pitchFamily="34" charset="0"/>
              <a:buChar char="•"/>
              <a:defRPr>
                <a:solidFill>
                  <a:schemeClr val="bg1"/>
                </a:solidFill>
              </a:defRPr>
            </a:lvl1pPr>
            <a:lvl2pPr marL="800100" indent="-34290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pic>
        <p:nvPicPr>
          <p:cNvPr id="32" name="Graphique 31">
            <a:extLst>
              <a:ext uri="{FF2B5EF4-FFF2-40B4-BE49-F238E27FC236}">
                <a16:creationId xmlns:a16="http://schemas.microsoft.com/office/drawing/2014/main" id="{28021308-50B5-4CC4-8D58-9BC8DFB7A67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117" y="1799308"/>
            <a:ext cx="2053383" cy="3769518"/>
          </a:xfrm>
          <a:prstGeom prst="rect">
            <a:avLst/>
          </a:prstGeom>
        </p:spPr>
      </p:pic>
      <p:sp>
        <p:nvSpPr>
          <p:cNvPr id="11" name="Title 1">
            <a:extLst>
              <a:ext uri="{FF2B5EF4-FFF2-40B4-BE49-F238E27FC236}">
                <a16:creationId xmlns:a16="http://schemas.microsoft.com/office/drawing/2014/main" id="{A9CD932F-9ED9-4B8D-9868-0703CDE7B523}"/>
              </a:ext>
            </a:extLst>
          </p:cNvPr>
          <p:cNvSpPr>
            <a:spLocks noGrp="1"/>
          </p:cNvSpPr>
          <p:nvPr>
            <p:ph type="title" hasCustomPrompt="1"/>
          </p:nvPr>
        </p:nvSpPr>
        <p:spPr>
          <a:xfrm>
            <a:off x="838200" y="20742"/>
            <a:ext cx="10515600" cy="1104674"/>
          </a:xfrm>
        </p:spPr>
        <p:txBody>
          <a:bodyPr/>
          <a:lstStyle>
            <a:lvl1pPr>
              <a:defRPr>
                <a:solidFill>
                  <a:srgbClr val="002060"/>
                </a:solidFill>
              </a:defRPr>
            </a:lvl1pPr>
          </a:lstStyle>
          <a:p>
            <a:r>
              <a:rPr lang="fr-FR" dirty="0"/>
              <a:t>Titre de la page</a:t>
            </a:r>
            <a:endParaRPr lang="en-US" dirty="0"/>
          </a:p>
        </p:txBody>
      </p:sp>
    </p:spTree>
    <p:extLst>
      <p:ext uri="{BB962C8B-B14F-4D97-AF65-F5344CB8AC3E}">
        <p14:creationId xmlns:p14="http://schemas.microsoft.com/office/powerpoint/2010/main" val="1878599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u mis en avant - 5">
    <p:spTree>
      <p:nvGrpSpPr>
        <p:cNvPr id="1" name=""/>
        <p:cNvGrpSpPr/>
        <p:nvPr/>
      </p:nvGrpSpPr>
      <p:grpSpPr>
        <a:xfrm>
          <a:off x="0" y="0"/>
          <a:ext cx="0" cy="0"/>
          <a:chOff x="0" y="0"/>
          <a:chExt cx="0" cy="0"/>
        </a:xfrm>
      </p:grpSpPr>
      <p:pic>
        <p:nvPicPr>
          <p:cNvPr id="18" name="Image 17">
            <a:extLst>
              <a:ext uri="{FF2B5EF4-FFF2-40B4-BE49-F238E27FC236}">
                <a16:creationId xmlns:a16="http://schemas.microsoft.com/office/drawing/2014/main" id="{738D9921-0054-4DF2-9D51-3F0C0D9C0C46}"/>
              </a:ext>
            </a:extLst>
          </p:cNvPr>
          <p:cNvPicPr>
            <a:picLocks noChangeAspect="1"/>
          </p:cNvPicPr>
          <p:nvPr userDrawn="1"/>
        </p:nvPicPr>
        <p:blipFill rotWithShape="1">
          <a:blip r:embed="rId2"/>
          <a:srcRect t="66056"/>
          <a:stretch/>
        </p:blipFill>
        <p:spPr>
          <a:xfrm>
            <a:off x="351321" y="-1"/>
            <a:ext cx="11840679" cy="1149355"/>
          </a:xfrm>
          <a:prstGeom prst="rect">
            <a:avLst/>
          </a:prstGeom>
        </p:spPr>
      </p:pic>
      <p:pic>
        <p:nvPicPr>
          <p:cNvPr id="8" name="Image 7">
            <a:extLst>
              <a:ext uri="{FF2B5EF4-FFF2-40B4-BE49-F238E27FC236}">
                <a16:creationId xmlns:a16="http://schemas.microsoft.com/office/drawing/2014/main" id="{91834BFF-4F88-4F87-A264-702498CFDD1F}"/>
              </a:ext>
            </a:extLst>
          </p:cNvPr>
          <p:cNvPicPr>
            <a:picLocks noChangeAspect="1"/>
          </p:cNvPicPr>
          <p:nvPr userDrawn="1"/>
        </p:nvPicPr>
        <p:blipFill rotWithShape="1">
          <a:blip r:embed="rId3"/>
          <a:srcRect l="13750" t="1" b="-357"/>
          <a:stretch/>
        </p:blipFill>
        <p:spPr>
          <a:xfrm>
            <a:off x="-44450" y="2460374"/>
            <a:ext cx="9150350" cy="4411694"/>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2715065"/>
            <a:ext cx="7315200" cy="3406335"/>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Subtitle 2">
            <a:extLst>
              <a:ext uri="{FF2B5EF4-FFF2-40B4-BE49-F238E27FC236}">
                <a16:creationId xmlns:a16="http://schemas.microsoft.com/office/drawing/2014/main" id="{508406FA-21A7-4832-ABAB-5EDDAC1D9493}"/>
              </a:ext>
            </a:extLst>
          </p:cNvPr>
          <p:cNvSpPr>
            <a:spLocks noGrp="1"/>
          </p:cNvSpPr>
          <p:nvPr>
            <p:ph type="subTitle" idx="14" hasCustomPrompt="1"/>
          </p:nvPr>
        </p:nvSpPr>
        <p:spPr>
          <a:xfrm>
            <a:off x="838199" y="1461277"/>
            <a:ext cx="9632951" cy="673100"/>
          </a:xfrm>
        </p:spPr>
        <p:txBody>
          <a:bodyPr anchor="ct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pic>
        <p:nvPicPr>
          <p:cNvPr id="17" name="Image 16">
            <a:extLst>
              <a:ext uri="{FF2B5EF4-FFF2-40B4-BE49-F238E27FC236}">
                <a16:creationId xmlns:a16="http://schemas.microsoft.com/office/drawing/2014/main" id="{728C19E9-40C3-4D0D-B816-0564D41FE0F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9" name="Rectangle : avec coins arrondis en diagonale 18">
            <a:extLst>
              <a:ext uri="{FF2B5EF4-FFF2-40B4-BE49-F238E27FC236}">
                <a16:creationId xmlns:a16="http://schemas.microsoft.com/office/drawing/2014/main" id="{433652A8-C798-42A5-962A-A350F2B7645E}"/>
              </a:ext>
            </a:extLst>
          </p:cNvPr>
          <p:cNvSpPr/>
          <p:nvPr userDrawn="1"/>
        </p:nvSpPr>
        <p:spPr>
          <a:xfrm>
            <a:off x="8636000" y="3642431"/>
            <a:ext cx="1835150" cy="1835150"/>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Date Placeholder 3">
            <a:extLst>
              <a:ext uri="{FF2B5EF4-FFF2-40B4-BE49-F238E27FC236}">
                <a16:creationId xmlns:a16="http://schemas.microsoft.com/office/drawing/2014/main" id="{62F48B10-DC50-43F3-8A97-34826D34970F}"/>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21" name="Footer Placeholder 4">
            <a:extLst>
              <a:ext uri="{FF2B5EF4-FFF2-40B4-BE49-F238E27FC236}">
                <a16:creationId xmlns:a16="http://schemas.microsoft.com/office/drawing/2014/main" id="{A9677212-95BF-4BD3-8516-159DDE8215CB}"/>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15" name="Title 1">
            <a:extLst>
              <a:ext uri="{FF2B5EF4-FFF2-40B4-BE49-F238E27FC236}">
                <a16:creationId xmlns:a16="http://schemas.microsoft.com/office/drawing/2014/main" id="{0867F26B-4A75-4C42-A937-5338A48B3438}"/>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844253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us-titre et contenu - 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45FFF2B7-39D6-48EA-9CC2-F52EEAB2D41D}"/>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8" name="Rectangle 7">
            <a:extLst>
              <a:ext uri="{FF2B5EF4-FFF2-40B4-BE49-F238E27FC236}">
                <a16:creationId xmlns:a16="http://schemas.microsoft.com/office/drawing/2014/main" id="{68B3AC90-13EB-4EAD-AECC-5EBEB8D14114}"/>
              </a:ext>
            </a:extLst>
          </p:cNvPr>
          <p:cNvSpPr/>
          <p:nvPr userDrawn="1"/>
        </p:nvSpPr>
        <p:spPr>
          <a:xfrm>
            <a:off x="838199" y="1457744"/>
            <a:ext cx="9144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avec coins arrondis en diagonale 14">
            <a:extLst>
              <a:ext uri="{FF2B5EF4-FFF2-40B4-BE49-F238E27FC236}">
                <a16:creationId xmlns:a16="http://schemas.microsoft.com/office/drawing/2014/main" id="{F17127CD-FFBB-40A8-9E20-47F6CAE39707}"/>
              </a:ext>
            </a:extLst>
          </p:cNvPr>
          <p:cNvSpPr/>
          <p:nvPr userDrawn="1"/>
        </p:nvSpPr>
        <p:spPr>
          <a:xfrm>
            <a:off x="838200" y="1457744"/>
            <a:ext cx="2959101" cy="1320287"/>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0FFD1827-67B8-4FE2-AEF6-51DA7B8D73E7}"/>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4038600" y="1466536"/>
            <a:ext cx="7315200" cy="4389533"/>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0" name="Image 9">
            <a:extLst>
              <a:ext uri="{FF2B5EF4-FFF2-40B4-BE49-F238E27FC236}">
                <a16:creationId xmlns:a16="http://schemas.microsoft.com/office/drawing/2014/main" id="{AB3C1005-B0A4-4382-9B42-C1F30E036EF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4" name="Subtitle 2">
            <a:extLst>
              <a:ext uri="{FF2B5EF4-FFF2-40B4-BE49-F238E27FC236}">
                <a16:creationId xmlns:a16="http://schemas.microsoft.com/office/drawing/2014/main" id="{234EC33A-2BB7-4834-8A20-9CF485D2413C}"/>
              </a:ext>
            </a:extLst>
          </p:cNvPr>
          <p:cNvSpPr>
            <a:spLocks noGrp="1"/>
          </p:cNvSpPr>
          <p:nvPr>
            <p:ph type="subTitle" idx="13" hasCustomPrompt="1"/>
          </p:nvPr>
        </p:nvSpPr>
        <p:spPr>
          <a:xfrm>
            <a:off x="1054100" y="1452468"/>
            <a:ext cx="2527300" cy="1325563"/>
          </a:xfrm>
        </p:spPr>
        <p:txBody>
          <a:bodyPr anchor="ct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sp>
        <p:nvSpPr>
          <p:cNvPr id="16" name="Title 1">
            <a:extLst>
              <a:ext uri="{FF2B5EF4-FFF2-40B4-BE49-F238E27FC236}">
                <a16:creationId xmlns:a16="http://schemas.microsoft.com/office/drawing/2014/main" id="{2B294942-0513-4A7F-9422-F9A15CEB5AA4}"/>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1688396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ous-titre et contenu - 2">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F481397D-DF94-4D63-91DB-483E7C23439D}"/>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2" name="Rectangle 11">
            <a:extLst>
              <a:ext uri="{FF2B5EF4-FFF2-40B4-BE49-F238E27FC236}">
                <a16:creationId xmlns:a16="http://schemas.microsoft.com/office/drawing/2014/main" id="{0FFD1827-67B8-4FE2-AEF6-51DA7B8D73E7}"/>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4038600" y="1465479"/>
            <a:ext cx="5937962" cy="3027586"/>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0" name="Image 9">
            <a:extLst>
              <a:ext uri="{FF2B5EF4-FFF2-40B4-BE49-F238E27FC236}">
                <a16:creationId xmlns:a16="http://schemas.microsoft.com/office/drawing/2014/main" id="{AB3C1005-B0A4-4382-9B42-C1F30E036EF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6" name="Rectangle 15">
            <a:extLst>
              <a:ext uri="{FF2B5EF4-FFF2-40B4-BE49-F238E27FC236}">
                <a16:creationId xmlns:a16="http://schemas.microsoft.com/office/drawing/2014/main" id="{F3CF08B7-60C6-43FA-A449-5BC61DF7337F}"/>
              </a:ext>
            </a:extLst>
          </p:cNvPr>
          <p:cNvSpPr/>
          <p:nvPr userDrawn="1"/>
        </p:nvSpPr>
        <p:spPr>
          <a:xfrm>
            <a:off x="838198" y="4889397"/>
            <a:ext cx="9138364" cy="19686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Content Placeholder 2">
            <a:extLst>
              <a:ext uri="{FF2B5EF4-FFF2-40B4-BE49-F238E27FC236}">
                <a16:creationId xmlns:a16="http://schemas.microsoft.com/office/drawing/2014/main" id="{7B94DD16-6BEF-493F-9F77-A267D23C78DD}"/>
              </a:ext>
            </a:extLst>
          </p:cNvPr>
          <p:cNvSpPr>
            <a:spLocks noGrp="1"/>
          </p:cNvSpPr>
          <p:nvPr>
            <p:ph idx="14"/>
          </p:nvPr>
        </p:nvSpPr>
        <p:spPr>
          <a:xfrm>
            <a:off x="2215438" y="5257595"/>
            <a:ext cx="7385762" cy="1194006"/>
          </a:xfrm>
        </p:spPr>
        <p:txBody>
          <a:bodyPr/>
          <a:lstStyle>
            <a:lvl1pPr marL="0" indent="0">
              <a:buFontTx/>
              <a:buNone/>
              <a:defRPr>
                <a:solidFill>
                  <a:schemeClr val="bg1"/>
                </a:solidFill>
              </a:defRPr>
            </a:lvl1pPr>
            <a:lvl2pPr marL="685800" indent="-228600">
              <a:buFontTx/>
              <a:buBlip>
                <a:blip r:embed="rId4"/>
              </a:buBlip>
              <a:defRPr/>
            </a:lvl2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fr-FR"/>
              <a:t>Cliquez pour modifier les styles du texte du masque</a:t>
            </a:r>
          </a:p>
          <a:p>
            <a:pPr marL="0" marR="0" lvl="1" indent="0" algn="l" defTabSz="914400" rtl="0" eaLnBrk="1" fontAlgn="auto" latinLnBrk="0" hangingPunct="1">
              <a:lnSpc>
                <a:spcPct val="90000"/>
              </a:lnSpc>
              <a:spcBef>
                <a:spcPts val="1000"/>
              </a:spcBef>
              <a:spcAft>
                <a:spcPts val="0"/>
              </a:spcAft>
              <a:buClrTx/>
              <a:buSzTx/>
              <a:buFontTx/>
              <a:buNone/>
              <a:tabLst/>
              <a:defRPr/>
            </a:pPr>
            <a:r>
              <a:rPr lang="fr-FR"/>
              <a:t>Deuxième niveau</a:t>
            </a:r>
          </a:p>
        </p:txBody>
      </p:sp>
      <p:sp>
        <p:nvSpPr>
          <p:cNvPr id="18" name="Rectangle : avec coins arrondis en diagonale 17">
            <a:extLst>
              <a:ext uri="{FF2B5EF4-FFF2-40B4-BE49-F238E27FC236}">
                <a16:creationId xmlns:a16="http://schemas.microsoft.com/office/drawing/2014/main" id="{291D5CB2-1018-42A4-A764-FD2CBCF7A7CB}"/>
              </a:ext>
            </a:extLst>
          </p:cNvPr>
          <p:cNvSpPr/>
          <p:nvPr userDrawn="1"/>
        </p:nvSpPr>
        <p:spPr>
          <a:xfrm rot="5400000">
            <a:off x="1301037" y="5257595"/>
            <a:ext cx="451562" cy="451562"/>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a:extLst>
              <a:ext uri="{FF2B5EF4-FFF2-40B4-BE49-F238E27FC236}">
                <a16:creationId xmlns:a16="http://schemas.microsoft.com/office/drawing/2014/main" id="{71684191-AFB5-4BC2-A506-4618030D861C}"/>
              </a:ext>
            </a:extLst>
          </p:cNvPr>
          <p:cNvSpPr txBox="1"/>
          <p:nvPr userDrawn="1"/>
        </p:nvSpPr>
        <p:spPr>
          <a:xfrm>
            <a:off x="1312651" y="5296695"/>
            <a:ext cx="431528" cy="369332"/>
          </a:xfrm>
          <a:prstGeom prst="rect">
            <a:avLst/>
          </a:prstGeom>
          <a:noFill/>
        </p:spPr>
        <p:txBody>
          <a:bodyPr wrap="none" rtlCol="0">
            <a:spAutoFit/>
          </a:bodyPr>
          <a:lstStyle/>
          <a:p>
            <a:r>
              <a:rPr lang="fr-FR" dirty="0">
                <a:solidFill>
                  <a:schemeClr val="accent1"/>
                </a:solidFill>
                <a:sym typeface="Wingdings" panose="05000000000000000000" pitchFamily="2" charset="2"/>
              </a:rPr>
              <a:t></a:t>
            </a:r>
            <a:endParaRPr lang="fr-FR" dirty="0">
              <a:solidFill>
                <a:schemeClr val="accent1"/>
              </a:solidFill>
            </a:endParaRPr>
          </a:p>
        </p:txBody>
      </p:sp>
      <p:sp>
        <p:nvSpPr>
          <p:cNvPr id="22" name="Title 1">
            <a:extLst>
              <a:ext uri="{FF2B5EF4-FFF2-40B4-BE49-F238E27FC236}">
                <a16:creationId xmlns:a16="http://schemas.microsoft.com/office/drawing/2014/main" id="{F38E89E7-C711-4954-B990-B9BC81C936C8}"/>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24" name="Rectangle 23">
            <a:extLst>
              <a:ext uri="{FF2B5EF4-FFF2-40B4-BE49-F238E27FC236}">
                <a16:creationId xmlns:a16="http://schemas.microsoft.com/office/drawing/2014/main" id="{174C06BF-1219-43F5-A55A-3D8C937C415B}"/>
              </a:ext>
            </a:extLst>
          </p:cNvPr>
          <p:cNvSpPr/>
          <p:nvPr userDrawn="1"/>
        </p:nvSpPr>
        <p:spPr>
          <a:xfrm>
            <a:off x="838199" y="1457744"/>
            <a:ext cx="9144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avec coins arrondis en diagonale 24">
            <a:extLst>
              <a:ext uri="{FF2B5EF4-FFF2-40B4-BE49-F238E27FC236}">
                <a16:creationId xmlns:a16="http://schemas.microsoft.com/office/drawing/2014/main" id="{107FA058-72B4-484D-BC25-84174492267A}"/>
              </a:ext>
            </a:extLst>
          </p:cNvPr>
          <p:cNvSpPr/>
          <p:nvPr userDrawn="1"/>
        </p:nvSpPr>
        <p:spPr>
          <a:xfrm>
            <a:off x="838200" y="1457744"/>
            <a:ext cx="2959101" cy="1320287"/>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Subtitle 2">
            <a:extLst>
              <a:ext uri="{FF2B5EF4-FFF2-40B4-BE49-F238E27FC236}">
                <a16:creationId xmlns:a16="http://schemas.microsoft.com/office/drawing/2014/main" id="{9FA2CE0E-3470-45BA-97F5-80DD989C5504}"/>
              </a:ext>
            </a:extLst>
          </p:cNvPr>
          <p:cNvSpPr>
            <a:spLocks noGrp="1"/>
          </p:cNvSpPr>
          <p:nvPr>
            <p:ph type="subTitle" idx="13" hasCustomPrompt="1"/>
          </p:nvPr>
        </p:nvSpPr>
        <p:spPr>
          <a:xfrm>
            <a:off x="1054100" y="1452468"/>
            <a:ext cx="2527300" cy="1325563"/>
          </a:xfrm>
        </p:spPr>
        <p:txBody>
          <a:bodyPr anchor="ct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spTree>
    <p:extLst>
      <p:ext uri="{BB962C8B-B14F-4D97-AF65-F5344CB8AC3E}">
        <p14:creationId xmlns:p14="http://schemas.microsoft.com/office/powerpoint/2010/main" val="3728764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ux Contenus - 1">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70764ED2-0190-47C2-A680-552AEBBA80D3}"/>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0"/>
            <a:ext cx="5168900" cy="4727991"/>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Content Placeholder 2">
            <a:extLst>
              <a:ext uri="{FF2B5EF4-FFF2-40B4-BE49-F238E27FC236}">
                <a16:creationId xmlns:a16="http://schemas.microsoft.com/office/drawing/2014/main" id="{2D856E5D-636F-4FF3-A6E3-777933F812E2}"/>
              </a:ext>
            </a:extLst>
          </p:cNvPr>
          <p:cNvSpPr>
            <a:spLocks noGrp="1"/>
          </p:cNvSpPr>
          <p:nvPr>
            <p:ph idx="13"/>
          </p:nvPr>
        </p:nvSpPr>
        <p:spPr>
          <a:xfrm>
            <a:off x="6184900" y="1463039"/>
            <a:ext cx="5168900" cy="4727991"/>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2" name="Title 1">
            <a:extLst>
              <a:ext uri="{FF2B5EF4-FFF2-40B4-BE49-F238E27FC236}">
                <a16:creationId xmlns:a16="http://schemas.microsoft.com/office/drawing/2014/main" id="{288D68BC-3D6B-45ED-8F55-F9606734F16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676328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ux Contenus - 2">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8C922DEB-9FD4-464A-9F79-3123C7352AB9}"/>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2" name="Rectangle 11">
            <a:extLst>
              <a:ext uri="{FF2B5EF4-FFF2-40B4-BE49-F238E27FC236}">
                <a16:creationId xmlns:a16="http://schemas.microsoft.com/office/drawing/2014/main" id="{0FFD6225-872A-4BEF-A2C3-0D52404F6F0A}"/>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4" name="Date Placeholder 3">
            <a:extLst>
              <a:ext uri="{FF2B5EF4-FFF2-40B4-BE49-F238E27FC236}">
                <a16:creationId xmlns:a16="http://schemas.microsoft.com/office/drawing/2014/main" id="{FBB23AA0-2442-4D60-9FD5-48B72A563276}"/>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5" name="Footer Placeholder 4">
            <a:extLst>
              <a:ext uri="{FF2B5EF4-FFF2-40B4-BE49-F238E27FC236}">
                <a16:creationId xmlns:a16="http://schemas.microsoft.com/office/drawing/2014/main" id="{7CEF7CE8-7D53-4972-AC18-96FF793CAB60}"/>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16" name="Image 15">
            <a:extLst>
              <a:ext uri="{FF2B5EF4-FFF2-40B4-BE49-F238E27FC236}">
                <a16:creationId xmlns:a16="http://schemas.microsoft.com/office/drawing/2014/main" id="{CF98DABA-FD9F-44CE-9D69-099ACA1261C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7" name="Title 1">
            <a:extLst>
              <a:ext uri="{FF2B5EF4-FFF2-40B4-BE49-F238E27FC236}">
                <a16:creationId xmlns:a16="http://schemas.microsoft.com/office/drawing/2014/main" id="{F902DFA0-7871-4035-8B12-42F78C58EC7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8" name="Content Placeholder 2">
            <a:extLst>
              <a:ext uri="{FF2B5EF4-FFF2-40B4-BE49-F238E27FC236}">
                <a16:creationId xmlns:a16="http://schemas.microsoft.com/office/drawing/2014/main" id="{64130F08-7725-41ED-80A4-48E2EB30EFAA}"/>
              </a:ext>
            </a:extLst>
          </p:cNvPr>
          <p:cNvSpPr>
            <a:spLocks noGrp="1"/>
          </p:cNvSpPr>
          <p:nvPr>
            <p:ph idx="1"/>
          </p:nvPr>
        </p:nvSpPr>
        <p:spPr>
          <a:xfrm>
            <a:off x="838200" y="1463040"/>
            <a:ext cx="5168900" cy="4727991"/>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9" name="Content Placeholder 2">
            <a:extLst>
              <a:ext uri="{FF2B5EF4-FFF2-40B4-BE49-F238E27FC236}">
                <a16:creationId xmlns:a16="http://schemas.microsoft.com/office/drawing/2014/main" id="{44517F0F-E87D-4C42-85E5-9380F20B3B6C}"/>
              </a:ext>
            </a:extLst>
          </p:cNvPr>
          <p:cNvSpPr>
            <a:spLocks noGrp="1"/>
          </p:cNvSpPr>
          <p:nvPr>
            <p:ph idx="13"/>
          </p:nvPr>
        </p:nvSpPr>
        <p:spPr>
          <a:xfrm>
            <a:off x="6184900" y="1463039"/>
            <a:ext cx="5168900" cy="4727991"/>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3495353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ux Contenus - 3">
    <p:spTree>
      <p:nvGrpSpPr>
        <p:cNvPr id="1" name=""/>
        <p:cNvGrpSpPr/>
        <p:nvPr/>
      </p:nvGrpSpPr>
      <p:grpSpPr>
        <a:xfrm>
          <a:off x="0" y="0"/>
          <a:ext cx="0" cy="0"/>
          <a:chOff x="0" y="0"/>
          <a:chExt cx="0" cy="0"/>
        </a:xfrm>
      </p:grpSpPr>
      <p:pic>
        <p:nvPicPr>
          <p:cNvPr id="18" name="Image 17">
            <a:extLst>
              <a:ext uri="{FF2B5EF4-FFF2-40B4-BE49-F238E27FC236}">
                <a16:creationId xmlns:a16="http://schemas.microsoft.com/office/drawing/2014/main" id="{738D9921-0054-4DF2-9D51-3F0C0D9C0C46}"/>
              </a:ext>
            </a:extLst>
          </p:cNvPr>
          <p:cNvPicPr>
            <a:picLocks noChangeAspect="1"/>
          </p:cNvPicPr>
          <p:nvPr userDrawn="1"/>
        </p:nvPicPr>
        <p:blipFill rotWithShape="1">
          <a:blip r:embed="rId2"/>
          <a:srcRect t="66056"/>
          <a:stretch/>
        </p:blipFill>
        <p:spPr>
          <a:xfrm>
            <a:off x="351321" y="-1"/>
            <a:ext cx="11840679" cy="1149355"/>
          </a:xfrm>
          <a:prstGeom prst="rect">
            <a:avLst/>
          </a:prstGeom>
        </p:spPr>
      </p:pic>
      <p:pic>
        <p:nvPicPr>
          <p:cNvPr id="8" name="Image 7">
            <a:extLst>
              <a:ext uri="{FF2B5EF4-FFF2-40B4-BE49-F238E27FC236}">
                <a16:creationId xmlns:a16="http://schemas.microsoft.com/office/drawing/2014/main" id="{91834BFF-4F88-4F87-A264-702498CFDD1F}"/>
              </a:ext>
            </a:extLst>
          </p:cNvPr>
          <p:cNvPicPr>
            <a:picLocks noChangeAspect="1"/>
          </p:cNvPicPr>
          <p:nvPr userDrawn="1"/>
        </p:nvPicPr>
        <p:blipFill rotWithShape="1">
          <a:blip r:embed="rId3"/>
          <a:srcRect l="13750" t="1" b="-357"/>
          <a:stretch/>
        </p:blipFill>
        <p:spPr>
          <a:xfrm>
            <a:off x="-44450" y="2460374"/>
            <a:ext cx="9150350" cy="4411694"/>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2715065"/>
            <a:ext cx="3403600" cy="3406335"/>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Subtitle 2">
            <a:extLst>
              <a:ext uri="{FF2B5EF4-FFF2-40B4-BE49-F238E27FC236}">
                <a16:creationId xmlns:a16="http://schemas.microsoft.com/office/drawing/2014/main" id="{508406FA-21A7-4832-ABAB-5EDDAC1D9493}"/>
              </a:ext>
            </a:extLst>
          </p:cNvPr>
          <p:cNvSpPr>
            <a:spLocks noGrp="1"/>
          </p:cNvSpPr>
          <p:nvPr>
            <p:ph type="subTitle" idx="14" hasCustomPrompt="1"/>
          </p:nvPr>
        </p:nvSpPr>
        <p:spPr>
          <a:xfrm>
            <a:off x="838199" y="1461277"/>
            <a:ext cx="9632951" cy="673100"/>
          </a:xfrm>
        </p:spPr>
        <p:txBody>
          <a:bodyPr anchor="ct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sp>
        <p:nvSpPr>
          <p:cNvPr id="16" name="Content Placeholder 2">
            <a:extLst>
              <a:ext uri="{FF2B5EF4-FFF2-40B4-BE49-F238E27FC236}">
                <a16:creationId xmlns:a16="http://schemas.microsoft.com/office/drawing/2014/main" id="{955F7F53-5753-4AAB-AB6B-D1F8EDE43F29}"/>
              </a:ext>
            </a:extLst>
          </p:cNvPr>
          <p:cNvSpPr>
            <a:spLocks noGrp="1"/>
          </p:cNvSpPr>
          <p:nvPr>
            <p:ph idx="15"/>
          </p:nvPr>
        </p:nvSpPr>
        <p:spPr>
          <a:xfrm>
            <a:off x="4737100" y="2715065"/>
            <a:ext cx="3403600" cy="3406335"/>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pic>
        <p:nvPicPr>
          <p:cNvPr id="17" name="Image 16">
            <a:extLst>
              <a:ext uri="{FF2B5EF4-FFF2-40B4-BE49-F238E27FC236}">
                <a16:creationId xmlns:a16="http://schemas.microsoft.com/office/drawing/2014/main" id="{728C19E9-40C3-4D0D-B816-0564D41FE0F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9" name="Rectangle : avec coins arrondis en diagonale 18">
            <a:extLst>
              <a:ext uri="{FF2B5EF4-FFF2-40B4-BE49-F238E27FC236}">
                <a16:creationId xmlns:a16="http://schemas.microsoft.com/office/drawing/2014/main" id="{433652A8-C798-42A5-962A-A350F2B7645E}"/>
              </a:ext>
            </a:extLst>
          </p:cNvPr>
          <p:cNvSpPr/>
          <p:nvPr userDrawn="1"/>
        </p:nvSpPr>
        <p:spPr>
          <a:xfrm>
            <a:off x="8636000" y="3642431"/>
            <a:ext cx="1835150" cy="1835150"/>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Date Placeholder 3">
            <a:extLst>
              <a:ext uri="{FF2B5EF4-FFF2-40B4-BE49-F238E27FC236}">
                <a16:creationId xmlns:a16="http://schemas.microsoft.com/office/drawing/2014/main" id="{62F48B10-DC50-43F3-8A97-34826D34970F}"/>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21" name="Footer Placeholder 4">
            <a:extLst>
              <a:ext uri="{FF2B5EF4-FFF2-40B4-BE49-F238E27FC236}">
                <a16:creationId xmlns:a16="http://schemas.microsoft.com/office/drawing/2014/main" id="{A9677212-95BF-4BD3-8516-159DDE8215CB}"/>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cxnSp>
        <p:nvCxnSpPr>
          <p:cNvPr id="22" name="Connecteur droit 21">
            <a:extLst>
              <a:ext uri="{FF2B5EF4-FFF2-40B4-BE49-F238E27FC236}">
                <a16:creationId xmlns:a16="http://schemas.microsoft.com/office/drawing/2014/main" id="{DA6FA9C0-BBFB-4D46-B73B-F130A63E06BC}"/>
              </a:ext>
            </a:extLst>
          </p:cNvPr>
          <p:cNvCxnSpPr/>
          <p:nvPr userDrawn="1"/>
        </p:nvCxnSpPr>
        <p:spPr>
          <a:xfrm>
            <a:off x="4495800" y="2934087"/>
            <a:ext cx="0" cy="3060701"/>
          </a:xfrm>
          <a:prstGeom prst="line">
            <a:avLst/>
          </a:prstGeom>
          <a:ln>
            <a:solidFill>
              <a:schemeClr val="bg1"/>
            </a:solidFill>
          </a:ln>
        </p:spPr>
        <p:style>
          <a:lnRef idx="1">
            <a:schemeClr val="accent2"/>
          </a:lnRef>
          <a:fillRef idx="0">
            <a:schemeClr val="accent2"/>
          </a:fillRef>
          <a:effectRef idx="0">
            <a:schemeClr val="accent2"/>
          </a:effectRef>
          <a:fontRef idx="minor">
            <a:schemeClr val="tx1"/>
          </a:fontRef>
        </p:style>
      </p:cxnSp>
      <p:sp>
        <p:nvSpPr>
          <p:cNvPr id="15" name="Title 1">
            <a:extLst>
              <a:ext uri="{FF2B5EF4-FFF2-40B4-BE49-F238E27FC236}">
                <a16:creationId xmlns:a16="http://schemas.microsoft.com/office/drawing/2014/main" id="{0867F26B-4A75-4C42-A937-5338A48B3438}"/>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335040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ois contenus - 1">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D2EDD0AC-9662-421D-8A9E-A003848E3A37}"/>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2"/>
            <a:ext cx="3396673" cy="4727990"/>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2" name="Content Placeholder 2">
            <a:extLst>
              <a:ext uri="{FF2B5EF4-FFF2-40B4-BE49-F238E27FC236}">
                <a16:creationId xmlns:a16="http://schemas.microsoft.com/office/drawing/2014/main" id="{A6E37F19-4BBE-4EDC-9342-AC1256CBBA5E}"/>
              </a:ext>
            </a:extLst>
          </p:cNvPr>
          <p:cNvSpPr>
            <a:spLocks noGrp="1"/>
          </p:cNvSpPr>
          <p:nvPr>
            <p:ph idx="13"/>
          </p:nvPr>
        </p:nvSpPr>
        <p:spPr>
          <a:xfrm>
            <a:off x="4397663" y="1463041"/>
            <a:ext cx="3396673" cy="4727990"/>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4" name="Content Placeholder 2">
            <a:extLst>
              <a:ext uri="{FF2B5EF4-FFF2-40B4-BE49-F238E27FC236}">
                <a16:creationId xmlns:a16="http://schemas.microsoft.com/office/drawing/2014/main" id="{8C26D46E-D067-48E1-BE2D-FCF06273DDBE}"/>
              </a:ext>
            </a:extLst>
          </p:cNvPr>
          <p:cNvSpPr>
            <a:spLocks noGrp="1"/>
          </p:cNvSpPr>
          <p:nvPr>
            <p:ph idx="14"/>
          </p:nvPr>
        </p:nvSpPr>
        <p:spPr>
          <a:xfrm>
            <a:off x="7957127" y="1463041"/>
            <a:ext cx="3396673" cy="4727990"/>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5" name="Title 1">
            <a:extLst>
              <a:ext uri="{FF2B5EF4-FFF2-40B4-BE49-F238E27FC236}">
                <a16:creationId xmlns:a16="http://schemas.microsoft.com/office/drawing/2014/main" id="{0C872A82-B7FE-4A3B-BB26-80F7666A10F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40065231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ois contenus - 2">
    <p:spTree>
      <p:nvGrpSpPr>
        <p:cNvPr id="1" name=""/>
        <p:cNvGrpSpPr/>
        <p:nvPr/>
      </p:nvGrpSpPr>
      <p:grpSpPr>
        <a:xfrm>
          <a:off x="0" y="0"/>
          <a:ext cx="0" cy="0"/>
          <a:chOff x="0" y="0"/>
          <a:chExt cx="0" cy="0"/>
        </a:xfrm>
      </p:grpSpPr>
      <p:pic>
        <p:nvPicPr>
          <p:cNvPr id="21" name="Image 20">
            <a:extLst>
              <a:ext uri="{FF2B5EF4-FFF2-40B4-BE49-F238E27FC236}">
                <a16:creationId xmlns:a16="http://schemas.microsoft.com/office/drawing/2014/main" id="{B859E46A-850C-4EE0-8C57-7C8C815D4D51}"/>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5" name="Rectangle 14">
            <a:extLst>
              <a:ext uri="{FF2B5EF4-FFF2-40B4-BE49-F238E27FC236}">
                <a16:creationId xmlns:a16="http://schemas.microsoft.com/office/drawing/2014/main" id="{8FC8EE89-40EE-4904-A1BA-21049A9FBD7D}"/>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79523D1B-2184-4DC8-B51E-4451D7C13BEB}"/>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Slide Number Placeholder 5">
            <a:extLst>
              <a:ext uri="{FF2B5EF4-FFF2-40B4-BE49-F238E27FC236}">
                <a16:creationId xmlns:a16="http://schemas.microsoft.com/office/drawing/2014/main" id="{E0929630-D5C0-4F30-83A1-8602FE6E94E0}"/>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8" name="Date Placeholder 3">
            <a:extLst>
              <a:ext uri="{FF2B5EF4-FFF2-40B4-BE49-F238E27FC236}">
                <a16:creationId xmlns:a16="http://schemas.microsoft.com/office/drawing/2014/main" id="{79A8047B-59A8-4082-A1D3-4FE3D68D78CB}"/>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9" name="Footer Placeholder 4">
            <a:extLst>
              <a:ext uri="{FF2B5EF4-FFF2-40B4-BE49-F238E27FC236}">
                <a16:creationId xmlns:a16="http://schemas.microsoft.com/office/drawing/2014/main" id="{5F621580-DC8C-45F2-836C-3B4E47A66388}"/>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20" name="Image 19">
            <a:extLst>
              <a:ext uri="{FF2B5EF4-FFF2-40B4-BE49-F238E27FC236}">
                <a16:creationId xmlns:a16="http://schemas.microsoft.com/office/drawing/2014/main" id="{05713FCF-0EFC-4C68-B46C-AC40233325A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3" name="Title 1">
            <a:extLst>
              <a:ext uri="{FF2B5EF4-FFF2-40B4-BE49-F238E27FC236}">
                <a16:creationId xmlns:a16="http://schemas.microsoft.com/office/drawing/2014/main" id="{1863B3B8-A56A-4F7D-B520-07A11B6694D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22" name="Content Placeholder 2">
            <a:extLst>
              <a:ext uri="{FF2B5EF4-FFF2-40B4-BE49-F238E27FC236}">
                <a16:creationId xmlns:a16="http://schemas.microsoft.com/office/drawing/2014/main" id="{23ED6D57-D498-49B2-9DEA-76A48275A1AA}"/>
              </a:ext>
            </a:extLst>
          </p:cNvPr>
          <p:cNvSpPr>
            <a:spLocks noGrp="1"/>
          </p:cNvSpPr>
          <p:nvPr>
            <p:ph idx="1"/>
          </p:nvPr>
        </p:nvSpPr>
        <p:spPr>
          <a:xfrm>
            <a:off x="838200" y="1463042"/>
            <a:ext cx="3396673" cy="4727990"/>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23" name="Content Placeholder 2">
            <a:extLst>
              <a:ext uri="{FF2B5EF4-FFF2-40B4-BE49-F238E27FC236}">
                <a16:creationId xmlns:a16="http://schemas.microsoft.com/office/drawing/2014/main" id="{89A4D4AB-4A6E-4B81-8BA2-53A61D77F097}"/>
              </a:ext>
            </a:extLst>
          </p:cNvPr>
          <p:cNvSpPr>
            <a:spLocks noGrp="1"/>
          </p:cNvSpPr>
          <p:nvPr>
            <p:ph idx="13"/>
          </p:nvPr>
        </p:nvSpPr>
        <p:spPr>
          <a:xfrm>
            <a:off x="4397663" y="1463041"/>
            <a:ext cx="3396673" cy="4727990"/>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24" name="Content Placeholder 2">
            <a:extLst>
              <a:ext uri="{FF2B5EF4-FFF2-40B4-BE49-F238E27FC236}">
                <a16:creationId xmlns:a16="http://schemas.microsoft.com/office/drawing/2014/main" id="{A81DF97D-DAE6-49EB-B82B-67FBFBDCF101}"/>
              </a:ext>
            </a:extLst>
          </p:cNvPr>
          <p:cNvSpPr>
            <a:spLocks noGrp="1"/>
          </p:cNvSpPr>
          <p:nvPr>
            <p:ph idx="14"/>
          </p:nvPr>
        </p:nvSpPr>
        <p:spPr>
          <a:xfrm>
            <a:off x="7957127" y="1463041"/>
            <a:ext cx="3396673" cy="4727990"/>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7843824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tre encadrés et contenu">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F52171D0-FDCE-4EE8-88D7-07AE0996C782}"/>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0" name="Graphique 9">
            <a:extLst>
              <a:ext uri="{FF2B5EF4-FFF2-40B4-BE49-F238E27FC236}">
                <a16:creationId xmlns:a16="http://schemas.microsoft.com/office/drawing/2014/main" id="{1B846C72-A8B1-420C-8B69-0F83B30BE86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84663" y="1993337"/>
            <a:ext cx="558786" cy="3764107"/>
          </a:xfrm>
          <a:prstGeom prst="rect">
            <a:avLst/>
          </a:prstGeom>
        </p:spPr>
      </p:pic>
      <p:sp>
        <p:nvSpPr>
          <p:cNvPr id="15" name="Rectangle : avec coins arrondis en diagonale 14">
            <a:extLst>
              <a:ext uri="{FF2B5EF4-FFF2-40B4-BE49-F238E27FC236}">
                <a16:creationId xmlns:a16="http://schemas.microsoft.com/office/drawing/2014/main" id="{A4B20F58-666B-4BFF-AACE-4EB82C04C4CE}"/>
              </a:ext>
            </a:extLst>
          </p:cNvPr>
          <p:cNvSpPr/>
          <p:nvPr userDrawn="1"/>
        </p:nvSpPr>
        <p:spPr>
          <a:xfrm>
            <a:off x="3368675" y="1537168"/>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E25172FC-7A48-49BA-BE13-8ACC7C5E7E54}"/>
              </a:ext>
            </a:extLst>
          </p:cNvPr>
          <p:cNvSpPr/>
          <p:nvPr userDrawn="1"/>
        </p:nvSpPr>
        <p:spPr>
          <a:xfrm>
            <a:off x="838198" y="3782219"/>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95BC1122-D7A0-4B9C-8DEA-B8DB8C5FB400}"/>
              </a:ext>
            </a:extLst>
          </p:cNvPr>
          <p:cNvSpPr/>
          <p:nvPr userDrawn="1"/>
        </p:nvSpPr>
        <p:spPr>
          <a:xfrm rot="5400000">
            <a:off x="3513818" y="3643835"/>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avec coins arrondis en diagonale 19">
            <a:extLst>
              <a:ext uri="{FF2B5EF4-FFF2-40B4-BE49-F238E27FC236}">
                <a16:creationId xmlns:a16="http://schemas.microsoft.com/office/drawing/2014/main" id="{4EE0032C-97DE-423F-BA52-043A2635B887}"/>
              </a:ext>
            </a:extLst>
          </p:cNvPr>
          <p:cNvSpPr/>
          <p:nvPr userDrawn="1"/>
        </p:nvSpPr>
        <p:spPr>
          <a:xfrm rot="5400000">
            <a:off x="983340" y="1392025"/>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11">
            <a:extLst>
              <a:ext uri="{FF2B5EF4-FFF2-40B4-BE49-F238E27FC236}">
                <a16:creationId xmlns:a16="http://schemas.microsoft.com/office/drawing/2014/main" id="{497B20CA-98A5-43D8-983C-61A8D7889AC5}"/>
              </a:ext>
            </a:extLst>
          </p:cNvPr>
          <p:cNvSpPr>
            <a:spLocks noGrp="1"/>
          </p:cNvSpPr>
          <p:nvPr>
            <p:ph sz="quarter" idx="13"/>
          </p:nvPr>
        </p:nvSpPr>
        <p:spPr>
          <a:xfrm>
            <a:off x="6608065" y="1797065"/>
            <a:ext cx="4328224" cy="39603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1" name="Espace réservé du contenu 20">
            <a:extLst>
              <a:ext uri="{FF2B5EF4-FFF2-40B4-BE49-F238E27FC236}">
                <a16:creationId xmlns:a16="http://schemas.microsoft.com/office/drawing/2014/main" id="{AC117B33-4E65-4139-A106-8C964633263D}"/>
              </a:ext>
            </a:extLst>
          </p:cNvPr>
          <p:cNvSpPr>
            <a:spLocks noGrp="1"/>
          </p:cNvSpPr>
          <p:nvPr>
            <p:ph sz="quarter" idx="14"/>
          </p:nvPr>
        </p:nvSpPr>
        <p:spPr>
          <a:xfrm>
            <a:off x="1066229" y="1797064"/>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34" name="Espace réservé du contenu 20">
            <a:extLst>
              <a:ext uri="{FF2B5EF4-FFF2-40B4-BE49-F238E27FC236}">
                <a16:creationId xmlns:a16="http://schemas.microsoft.com/office/drawing/2014/main" id="{AF00ED24-67E0-444E-92CA-1A069898C613}"/>
              </a:ext>
            </a:extLst>
          </p:cNvPr>
          <p:cNvSpPr>
            <a:spLocks noGrp="1"/>
          </p:cNvSpPr>
          <p:nvPr>
            <p:ph sz="quarter" idx="15"/>
          </p:nvPr>
        </p:nvSpPr>
        <p:spPr>
          <a:xfrm>
            <a:off x="3596706" y="1797064"/>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43" name="Espace réservé du contenu 20">
            <a:extLst>
              <a:ext uri="{FF2B5EF4-FFF2-40B4-BE49-F238E27FC236}">
                <a16:creationId xmlns:a16="http://schemas.microsoft.com/office/drawing/2014/main" id="{A924CB50-EB96-4817-B0AF-7FBD74592C45}"/>
              </a:ext>
            </a:extLst>
          </p:cNvPr>
          <p:cNvSpPr>
            <a:spLocks noGrp="1"/>
          </p:cNvSpPr>
          <p:nvPr>
            <p:ph sz="quarter" idx="16"/>
          </p:nvPr>
        </p:nvSpPr>
        <p:spPr>
          <a:xfrm>
            <a:off x="1066229" y="4048875"/>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44" name="Espace réservé du contenu 20">
            <a:extLst>
              <a:ext uri="{FF2B5EF4-FFF2-40B4-BE49-F238E27FC236}">
                <a16:creationId xmlns:a16="http://schemas.microsoft.com/office/drawing/2014/main" id="{3A74974B-9C01-42B7-B7DF-D27A270B419E}"/>
              </a:ext>
            </a:extLst>
          </p:cNvPr>
          <p:cNvSpPr>
            <a:spLocks noGrp="1"/>
          </p:cNvSpPr>
          <p:nvPr>
            <p:ph sz="quarter" idx="17"/>
          </p:nvPr>
        </p:nvSpPr>
        <p:spPr>
          <a:xfrm>
            <a:off x="3609816" y="4049319"/>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22" name="Title 1">
            <a:extLst>
              <a:ext uri="{FF2B5EF4-FFF2-40B4-BE49-F238E27FC236}">
                <a16:creationId xmlns:a16="http://schemas.microsoft.com/office/drawing/2014/main" id="{E4F3BFD6-EF6D-4937-A530-E71E5C8E22A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79660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7E6A6D2-E2F8-4779-9EDB-F9F348FBDAAC}"/>
              </a:ext>
            </a:extLst>
          </p:cNvPr>
          <p:cNvPicPr>
            <a:picLocks noChangeAspect="1"/>
          </p:cNvPicPr>
          <p:nvPr userDrawn="1"/>
        </p:nvPicPr>
        <p:blipFill rotWithShape="1">
          <a:blip r:embed="rId2"/>
          <a:srcRect l="6195" t="11042"/>
          <a:stretch/>
        </p:blipFill>
        <p:spPr>
          <a:xfrm>
            <a:off x="0" y="-1"/>
            <a:ext cx="3581400" cy="610076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4036866" y="20742"/>
            <a:ext cx="7315200" cy="1104674"/>
          </a:xfrm>
        </p:spPr>
        <p:txBody>
          <a:bodyPr/>
          <a:lstStyle>
            <a:lvl1pPr>
              <a:defRPr>
                <a:solidFill>
                  <a:srgbClr val="002060"/>
                </a:solidFill>
              </a:defRPr>
            </a:lvl1pPr>
          </a:lstStyle>
          <a:p>
            <a:r>
              <a:rPr lang="fr-FR" dirty="0"/>
              <a:t>Curriculum Vitae</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Espace réservé pour une image  9">
            <a:extLst>
              <a:ext uri="{FF2B5EF4-FFF2-40B4-BE49-F238E27FC236}">
                <a16:creationId xmlns:a16="http://schemas.microsoft.com/office/drawing/2014/main" id="{C1ADCDA6-C90B-4069-A752-50C118EB2FB3}"/>
              </a:ext>
            </a:extLst>
          </p:cNvPr>
          <p:cNvSpPr>
            <a:spLocks noGrp="1"/>
          </p:cNvSpPr>
          <p:nvPr>
            <p:ph type="pic" sz="quarter" idx="13"/>
          </p:nvPr>
        </p:nvSpPr>
        <p:spPr>
          <a:xfrm>
            <a:off x="1089624" y="314325"/>
            <a:ext cx="1400175" cy="1400175"/>
          </a:xfrm>
        </p:spPr>
        <p:txBody>
          <a:bodyPr/>
          <a:lstStyle/>
          <a:p>
            <a:r>
              <a:rPr lang="fr-FR"/>
              <a:t>Cliquez sur l'icône pour ajouter une image</a:t>
            </a:r>
          </a:p>
        </p:txBody>
      </p:sp>
      <p:pic>
        <p:nvPicPr>
          <p:cNvPr id="11" name="Image 10">
            <a:extLst>
              <a:ext uri="{FF2B5EF4-FFF2-40B4-BE49-F238E27FC236}">
                <a16:creationId xmlns:a16="http://schemas.microsoft.com/office/drawing/2014/main" id="{17BDD987-33F1-43DC-8295-E57EAEB4E59C}"/>
              </a:ext>
            </a:extLst>
          </p:cNvPr>
          <p:cNvPicPr>
            <a:picLocks noChangeAspect="1"/>
          </p:cNvPicPr>
          <p:nvPr userDrawn="1"/>
        </p:nvPicPr>
        <p:blipFill rotWithShape="1">
          <a:blip r:embed="rId4"/>
          <a:srcRect b="93564"/>
          <a:stretch/>
        </p:blipFill>
        <p:spPr>
          <a:xfrm>
            <a:off x="762446" y="3374235"/>
            <a:ext cx="2054530" cy="242888"/>
          </a:xfrm>
          <a:prstGeom prst="rect">
            <a:avLst/>
          </a:prstGeom>
        </p:spPr>
      </p:pic>
      <p:sp>
        <p:nvSpPr>
          <p:cNvPr id="15" name="Espace réservé du texte 14">
            <a:extLst>
              <a:ext uri="{FF2B5EF4-FFF2-40B4-BE49-F238E27FC236}">
                <a16:creationId xmlns:a16="http://schemas.microsoft.com/office/drawing/2014/main" id="{14039E18-DA24-4FE0-A036-EA8341252CBC}"/>
              </a:ext>
            </a:extLst>
          </p:cNvPr>
          <p:cNvSpPr>
            <a:spLocks noGrp="1"/>
          </p:cNvSpPr>
          <p:nvPr>
            <p:ph type="body" sz="quarter" idx="14" hasCustomPrompt="1"/>
          </p:nvPr>
        </p:nvSpPr>
        <p:spPr>
          <a:xfrm>
            <a:off x="305003" y="1954213"/>
            <a:ext cx="2969417" cy="371475"/>
          </a:xfrm>
        </p:spPr>
        <p:txBody>
          <a:bodyPr>
            <a:normAutofit/>
          </a:bodyPr>
          <a:lstStyle>
            <a:lvl1pPr marL="0" indent="0" algn="ctr">
              <a:buNone/>
              <a:defRPr sz="20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Prénom NOM</a:t>
            </a:r>
          </a:p>
        </p:txBody>
      </p:sp>
      <p:sp>
        <p:nvSpPr>
          <p:cNvPr id="16" name="Espace réservé du texte 14">
            <a:extLst>
              <a:ext uri="{FF2B5EF4-FFF2-40B4-BE49-F238E27FC236}">
                <a16:creationId xmlns:a16="http://schemas.microsoft.com/office/drawing/2014/main" id="{9CD3BBE2-3ABB-4DBB-9C05-9817C520234B}"/>
              </a:ext>
            </a:extLst>
          </p:cNvPr>
          <p:cNvSpPr>
            <a:spLocks noGrp="1"/>
          </p:cNvSpPr>
          <p:nvPr>
            <p:ph type="body" sz="quarter" idx="15" hasCustomPrompt="1"/>
          </p:nvPr>
        </p:nvSpPr>
        <p:spPr>
          <a:xfrm>
            <a:off x="305003" y="2352677"/>
            <a:ext cx="2969417" cy="371475"/>
          </a:xfrm>
        </p:spPr>
        <p:txBody>
          <a:bodyPr/>
          <a:lstStyle>
            <a:lvl1pPr marL="0" indent="0" algn="ctr">
              <a:buNone/>
              <a:defRPr sz="18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Intitulé du poste</a:t>
            </a:r>
          </a:p>
        </p:txBody>
      </p:sp>
      <p:sp>
        <p:nvSpPr>
          <p:cNvPr id="17" name="Espace réservé du texte 14">
            <a:extLst>
              <a:ext uri="{FF2B5EF4-FFF2-40B4-BE49-F238E27FC236}">
                <a16:creationId xmlns:a16="http://schemas.microsoft.com/office/drawing/2014/main" id="{6BA8D911-54C1-436F-B448-0C253BFE1995}"/>
              </a:ext>
            </a:extLst>
          </p:cNvPr>
          <p:cNvSpPr>
            <a:spLocks noGrp="1"/>
          </p:cNvSpPr>
          <p:nvPr>
            <p:ph type="body" sz="quarter" idx="16" hasCustomPrompt="1"/>
          </p:nvPr>
        </p:nvSpPr>
        <p:spPr>
          <a:xfrm>
            <a:off x="305003" y="2769392"/>
            <a:ext cx="2969417" cy="371475"/>
          </a:xfrm>
        </p:spPr>
        <p:txBody>
          <a:bodyPr>
            <a:normAutofit/>
          </a:bodyPr>
          <a:lstStyle>
            <a:lvl1pPr marL="0" indent="0" algn="ctr">
              <a:buNone/>
              <a:defRPr sz="18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Années d’expérience</a:t>
            </a:r>
          </a:p>
        </p:txBody>
      </p:sp>
      <p:sp>
        <p:nvSpPr>
          <p:cNvPr id="18" name="Espace réservé du texte 14">
            <a:extLst>
              <a:ext uri="{FF2B5EF4-FFF2-40B4-BE49-F238E27FC236}">
                <a16:creationId xmlns:a16="http://schemas.microsoft.com/office/drawing/2014/main" id="{9A60C33C-749B-498B-BD86-D6F687AE0CF8}"/>
              </a:ext>
            </a:extLst>
          </p:cNvPr>
          <p:cNvSpPr>
            <a:spLocks noGrp="1"/>
          </p:cNvSpPr>
          <p:nvPr>
            <p:ph type="body" sz="quarter" idx="17" hasCustomPrompt="1"/>
          </p:nvPr>
        </p:nvSpPr>
        <p:spPr>
          <a:xfrm>
            <a:off x="305003" y="3773694"/>
            <a:ext cx="2969417" cy="526055"/>
          </a:xfrm>
        </p:spPr>
        <p:txBody>
          <a:bodyPr anchor="ctr">
            <a:noAutofit/>
          </a:bodyPr>
          <a:lstStyle>
            <a:lvl1pPr marL="0" indent="0" algn="ctr">
              <a:buFont typeface="Arial" panose="020B0604020202020204" pitchFamily="34" charset="0"/>
              <a:buNone/>
              <a:defRPr sz="20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Formation</a:t>
            </a:r>
          </a:p>
        </p:txBody>
      </p:sp>
      <p:sp>
        <p:nvSpPr>
          <p:cNvPr id="19" name="Espace réservé du texte 14">
            <a:extLst>
              <a:ext uri="{FF2B5EF4-FFF2-40B4-BE49-F238E27FC236}">
                <a16:creationId xmlns:a16="http://schemas.microsoft.com/office/drawing/2014/main" id="{572ECD38-4A16-49CC-9878-CEF112EE8780}"/>
              </a:ext>
            </a:extLst>
          </p:cNvPr>
          <p:cNvSpPr>
            <a:spLocks noGrp="1"/>
          </p:cNvSpPr>
          <p:nvPr>
            <p:ph type="body" sz="quarter" idx="18" hasCustomPrompt="1"/>
          </p:nvPr>
        </p:nvSpPr>
        <p:spPr>
          <a:xfrm>
            <a:off x="305003" y="4341022"/>
            <a:ext cx="2969417" cy="371475"/>
          </a:xfrm>
        </p:spPr>
        <p:txBody>
          <a:bodyPr>
            <a:noAutofit/>
          </a:bodyPr>
          <a:lstStyle>
            <a:lvl1pPr marL="285750" indent="-285750" algn="l">
              <a:buFontTx/>
              <a:buBlip>
                <a:blip r:embed="rId5"/>
              </a:buBlip>
              <a:defRPr sz="12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2008 : Nom de la formation</a:t>
            </a:r>
          </a:p>
          <a:p>
            <a:pPr lvl="0"/>
            <a:r>
              <a:rPr lang="fr-FR" dirty="0"/>
              <a:t>2005 : Nom de la formation</a:t>
            </a:r>
          </a:p>
          <a:p>
            <a:pPr lvl="0"/>
            <a:r>
              <a:rPr lang="fr-FR" dirty="0"/>
              <a:t>2002 : Nom de la formation</a:t>
            </a:r>
          </a:p>
          <a:p>
            <a:pPr lvl="0"/>
            <a:endParaRPr lang="fr-FR" dirty="0"/>
          </a:p>
          <a:p>
            <a:pPr lvl="0"/>
            <a:endParaRPr lang="fr-FR" dirty="0"/>
          </a:p>
          <a:p>
            <a:pPr lvl="0"/>
            <a:endParaRPr lang="fr-FR" dirty="0"/>
          </a:p>
        </p:txBody>
      </p:sp>
      <p:sp>
        <p:nvSpPr>
          <p:cNvPr id="23" name="Rectangle : avec coins arrondis en diagonale 22">
            <a:extLst>
              <a:ext uri="{FF2B5EF4-FFF2-40B4-BE49-F238E27FC236}">
                <a16:creationId xmlns:a16="http://schemas.microsoft.com/office/drawing/2014/main" id="{07C195A6-4716-4A8A-AB03-FF7F0F0BC84A}"/>
              </a:ext>
            </a:extLst>
          </p:cNvPr>
          <p:cNvSpPr/>
          <p:nvPr userDrawn="1"/>
        </p:nvSpPr>
        <p:spPr>
          <a:xfrm>
            <a:off x="3457575" y="1199550"/>
            <a:ext cx="526055" cy="526055"/>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avec coins arrondis en diagonale 23">
            <a:extLst>
              <a:ext uri="{FF2B5EF4-FFF2-40B4-BE49-F238E27FC236}">
                <a16:creationId xmlns:a16="http://schemas.microsoft.com/office/drawing/2014/main" id="{9AFB7768-6FAB-4F13-ACBF-1E8E8234DF2C}"/>
              </a:ext>
            </a:extLst>
          </p:cNvPr>
          <p:cNvSpPr/>
          <p:nvPr userDrawn="1"/>
        </p:nvSpPr>
        <p:spPr>
          <a:xfrm>
            <a:off x="3457574" y="3409861"/>
            <a:ext cx="526055" cy="526055"/>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Subtitle 2">
            <a:extLst>
              <a:ext uri="{FF2B5EF4-FFF2-40B4-BE49-F238E27FC236}">
                <a16:creationId xmlns:a16="http://schemas.microsoft.com/office/drawing/2014/main" id="{16754107-50C6-4D7C-B276-F04BDB278800}"/>
              </a:ext>
            </a:extLst>
          </p:cNvPr>
          <p:cNvSpPr>
            <a:spLocks noGrp="1"/>
          </p:cNvSpPr>
          <p:nvPr>
            <p:ph type="subTitle" idx="19" hasCustomPrompt="1"/>
          </p:nvPr>
        </p:nvSpPr>
        <p:spPr>
          <a:xfrm>
            <a:off x="4036866" y="1215221"/>
            <a:ext cx="5576888" cy="510385"/>
          </a:xfrm>
        </p:spPr>
        <p:txBody>
          <a:bodyPr anchor="ctr">
            <a:normAutofit/>
          </a:bodyPr>
          <a:lstStyle>
            <a:lvl1pPr marL="0" indent="0" algn="l">
              <a:buNone/>
              <a:defRPr sz="2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Compétences clés</a:t>
            </a:r>
            <a:endParaRPr lang="en-US" dirty="0"/>
          </a:p>
        </p:txBody>
      </p:sp>
      <p:sp>
        <p:nvSpPr>
          <p:cNvPr id="28" name="Espace réservé du texte 27">
            <a:extLst>
              <a:ext uri="{FF2B5EF4-FFF2-40B4-BE49-F238E27FC236}">
                <a16:creationId xmlns:a16="http://schemas.microsoft.com/office/drawing/2014/main" id="{C8FB29FE-0785-4B31-A45B-D411CF5D2A09}"/>
              </a:ext>
            </a:extLst>
          </p:cNvPr>
          <p:cNvSpPr>
            <a:spLocks noGrp="1"/>
          </p:cNvSpPr>
          <p:nvPr>
            <p:ph type="body" sz="quarter" idx="20" hasCustomPrompt="1"/>
          </p:nvPr>
        </p:nvSpPr>
        <p:spPr>
          <a:xfrm>
            <a:off x="4036866" y="3432979"/>
            <a:ext cx="5576888" cy="502937"/>
          </a:xfrm>
        </p:spPr>
        <p:txBody>
          <a:bodyPr anchor="ctr">
            <a:noAutofit/>
          </a:bodyPr>
          <a:lstStyle>
            <a:lvl1pPr marL="0" indent="0">
              <a:buFont typeface="Arial" panose="020B0604020202020204" pitchFamily="34" charset="0"/>
              <a:buNone/>
              <a:defRPr sz="2000">
                <a:latin typeface="+mj-lt"/>
              </a:defRPr>
            </a:lvl1pPr>
          </a:lstStyle>
          <a:p>
            <a:pPr lvl="0"/>
            <a:r>
              <a:rPr lang="fr-FR" dirty="0"/>
              <a:t>Expériences significatives</a:t>
            </a:r>
          </a:p>
        </p:txBody>
      </p:sp>
      <p:sp>
        <p:nvSpPr>
          <p:cNvPr id="29" name="Espace réservé du texte 14">
            <a:extLst>
              <a:ext uri="{FF2B5EF4-FFF2-40B4-BE49-F238E27FC236}">
                <a16:creationId xmlns:a16="http://schemas.microsoft.com/office/drawing/2014/main" id="{C136A6A2-A03D-4D93-8209-9A3F67A2110D}"/>
              </a:ext>
            </a:extLst>
          </p:cNvPr>
          <p:cNvSpPr>
            <a:spLocks noGrp="1"/>
          </p:cNvSpPr>
          <p:nvPr>
            <p:ph type="body" sz="quarter" idx="21" hasCustomPrompt="1"/>
          </p:nvPr>
        </p:nvSpPr>
        <p:spPr>
          <a:xfrm>
            <a:off x="4036866" y="1758092"/>
            <a:ext cx="7315200" cy="1414306"/>
          </a:xfrm>
        </p:spPr>
        <p:txBody>
          <a:bodyPr>
            <a:normAutofit/>
          </a:bodyPr>
          <a:lstStyle>
            <a:lvl1pPr marL="0" indent="0" algn="l">
              <a:buFontTx/>
              <a:buNone/>
              <a:defRPr sz="1200" i="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Langages : Lorem Ipsum</a:t>
            </a:r>
          </a:p>
          <a:p>
            <a:pPr lvl="0"/>
            <a:r>
              <a:rPr lang="fr-FR" dirty="0"/>
              <a:t>Environnement : Lorem Ipsum</a:t>
            </a:r>
          </a:p>
          <a:p>
            <a:pPr lvl="0"/>
            <a:r>
              <a:rPr lang="fr-FR" dirty="0"/>
              <a:t>Outils : Lorem Ipsum</a:t>
            </a:r>
          </a:p>
          <a:p>
            <a:pPr lvl="0"/>
            <a:r>
              <a:rPr lang="fr-FR" dirty="0"/>
              <a:t>MOA : Lorem Ipsum</a:t>
            </a:r>
          </a:p>
          <a:p>
            <a:pPr lvl="0"/>
            <a:endParaRPr lang="fr-FR" dirty="0"/>
          </a:p>
          <a:p>
            <a:pPr lvl="0"/>
            <a:endParaRPr lang="fr-FR" dirty="0"/>
          </a:p>
        </p:txBody>
      </p:sp>
      <p:sp>
        <p:nvSpPr>
          <p:cNvPr id="30" name="Espace réservé du texte 14">
            <a:extLst>
              <a:ext uri="{FF2B5EF4-FFF2-40B4-BE49-F238E27FC236}">
                <a16:creationId xmlns:a16="http://schemas.microsoft.com/office/drawing/2014/main" id="{5B07046E-77EB-49D2-AAB6-4DDB8F82B3BB}"/>
              </a:ext>
            </a:extLst>
          </p:cNvPr>
          <p:cNvSpPr>
            <a:spLocks noGrp="1"/>
          </p:cNvSpPr>
          <p:nvPr>
            <p:ph type="body" sz="quarter" idx="22" hasCustomPrompt="1"/>
          </p:nvPr>
        </p:nvSpPr>
        <p:spPr>
          <a:xfrm>
            <a:off x="4036866" y="3967890"/>
            <a:ext cx="7315200" cy="2305910"/>
          </a:xfrm>
        </p:spPr>
        <p:txBody>
          <a:bodyPr>
            <a:normAutofit/>
          </a:bodyPr>
          <a:lstStyle>
            <a:lvl1pPr marL="0" indent="0" algn="l">
              <a:buFont typeface="Arial" panose="020B0604020202020204" pitchFamily="34" charset="0"/>
              <a:buNone/>
              <a:defRPr sz="12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Expérience 1</a:t>
            </a:r>
          </a:p>
          <a:p>
            <a:pPr lvl="0"/>
            <a:r>
              <a:rPr lang="fr-FR" dirty="0"/>
              <a:t>Donec vel </a:t>
            </a:r>
            <a:r>
              <a:rPr lang="fr-FR" dirty="0" err="1"/>
              <a:t>metus</a:t>
            </a:r>
            <a:r>
              <a:rPr lang="fr-FR" dirty="0"/>
              <a:t> </a:t>
            </a:r>
            <a:r>
              <a:rPr lang="fr-FR" dirty="0" err="1"/>
              <a:t>dolor</a:t>
            </a:r>
            <a:r>
              <a:rPr lang="fr-FR" dirty="0"/>
              <a:t>. </a:t>
            </a:r>
            <a:r>
              <a:rPr lang="fr-FR" dirty="0" err="1"/>
              <a:t>Quisque</a:t>
            </a:r>
            <a:r>
              <a:rPr lang="fr-FR" dirty="0"/>
              <a:t> </a:t>
            </a:r>
            <a:r>
              <a:rPr lang="fr-FR" dirty="0" err="1"/>
              <a:t>placerat</a:t>
            </a:r>
            <a:r>
              <a:rPr lang="fr-FR" dirty="0"/>
              <a:t> </a:t>
            </a:r>
            <a:r>
              <a:rPr lang="fr-FR" dirty="0" err="1"/>
              <a:t>metus</a:t>
            </a:r>
            <a:r>
              <a:rPr lang="fr-FR" dirty="0"/>
              <a:t> nec </a:t>
            </a:r>
            <a:r>
              <a:rPr lang="fr-FR" dirty="0" err="1"/>
              <a:t>viverra</a:t>
            </a:r>
            <a:r>
              <a:rPr lang="fr-FR" dirty="0"/>
              <a:t> </a:t>
            </a:r>
            <a:r>
              <a:rPr lang="fr-FR" dirty="0" err="1"/>
              <a:t>sagittis</a:t>
            </a:r>
            <a:r>
              <a:rPr lang="fr-FR" dirty="0"/>
              <a:t>. </a:t>
            </a:r>
            <a:r>
              <a:rPr lang="fr-FR" dirty="0" err="1"/>
              <a:t>Maecenas</a:t>
            </a:r>
            <a:r>
              <a:rPr lang="fr-FR" dirty="0"/>
              <a:t> </a:t>
            </a:r>
            <a:r>
              <a:rPr lang="fr-FR" dirty="0" err="1"/>
              <a:t>eget</a:t>
            </a:r>
            <a:r>
              <a:rPr lang="fr-FR" dirty="0"/>
              <a:t> diam et </a:t>
            </a:r>
            <a:r>
              <a:rPr lang="fr-FR" dirty="0" err="1"/>
              <a:t>lorem</a:t>
            </a:r>
            <a:r>
              <a:rPr lang="fr-FR" dirty="0"/>
              <a:t> mollis dictum. Donec </a:t>
            </a:r>
            <a:r>
              <a:rPr lang="fr-FR" dirty="0" err="1"/>
              <a:t>blandit</a:t>
            </a:r>
            <a:r>
              <a:rPr lang="fr-FR" dirty="0"/>
              <a:t> rhoncus </a:t>
            </a:r>
            <a:r>
              <a:rPr lang="fr-FR" dirty="0" err="1"/>
              <a:t>sapien</a:t>
            </a:r>
            <a:r>
              <a:rPr lang="fr-FR" dirty="0"/>
              <a:t> </a:t>
            </a:r>
            <a:r>
              <a:rPr lang="fr-FR" dirty="0" err="1"/>
              <a:t>sit</a:t>
            </a:r>
            <a:r>
              <a:rPr lang="fr-FR" dirty="0"/>
              <a:t>.</a:t>
            </a:r>
          </a:p>
          <a:p>
            <a:pPr lvl="0"/>
            <a:r>
              <a:rPr lang="fr-FR" dirty="0"/>
              <a:t>Expérience 2</a:t>
            </a:r>
          </a:p>
          <a:p>
            <a:pPr lvl="0"/>
            <a:r>
              <a:rPr lang="fr-FR" dirty="0"/>
              <a:t>Donec vel </a:t>
            </a:r>
            <a:r>
              <a:rPr lang="fr-FR" dirty="0" err="1"/>
              <a:t>metus</a:t>
            </a:r>
            <a:r>
              <a:rPr lang="fr-FR" dirty="0"/>
              <a:t> </a:t>
            </a:r>
            <a:r>
              <a:rPr lang="fr-FR" dirty="0" err="1"/>
              <a:t>dolor</a:t>
            </a:r>
            <a:r>
              <a:rPr lang="fr-FR" dirty="0"/>
              <a:t>. </a:t>
            </a:r>
            <a:r>
              <a:rPr lang="fr-FR" dirty="0" err="1"/>
              <a:t>Quisque</a:t>
            </a:r>
            <a:r>
              <a:rPr lang="fr-FR" dirty="0"/>
              <a:t> </a:t>
            </a:r>
            <a:r>
              <a:rPr lang="fr-FR" dirty="0" err="1"/>
              <a:t>placerat</a:t>
            </a:r>
            <a:r>
              <a:rPr lang="fr-FR" dirty="0"/>
              <a:t> </a:t>
            </a:r>
            <a:r>
              <a:rPr lang="fr-FR" dirty="0" err="1"/>
              <a:t>metus</a:t>
            </a:r>
            <a:r>
              <a:rPr lang="fr-FR" dirty="0"/>
              <a:t> nec </a:t>
            </a:r>
            <a:r>
              <a:rPr lang="fr-FR" dirty="0" err="1"/>
              <a:t>viverra</a:t>
            </a:r>
            <a:r>
              <a:rPr lang="fr-FR" dirty="0"/>
              <a:t> </a:t>
            </a:r>
            <a:r>
              <a:rPr lang="fr-FR" dirty="0" err="1"/>
              <a:t>sagittis</a:t>
            </a:r>
            <a:r>
              <a:rPr lang="fr-FR" dirty="0"/>
              <a:t>. </a:t>
            </a:r>
            <a:r>
              <a:rPr lang="fr-FR" dirty="0" err="1"/>
              <a:t>Maecenas</a:t>
            </a:r>
            <a:r>
              <a:rPr lang="fr-FR" dirty="0"/>
              <a:t> </a:t>
            </a:r>
            <a:r>
              <a:rPr lang="fr-FR" dirty="0" err="1"/>
              <a:t>eget</a:t>
            </a:r>
            <a:r>
              <a:rPr lang="fr-FR" dirty="0"/>
              <a:t> diam et </a:t>
            </a:r>
            <a:r>
              <a:rPr lang="fr-FR" dirty="0" err="1"/>
              <a:t>lorem</a:t>
            </a:r>
            <a:r>
              <a:rPr lang="fr-FR" dirty="0"/>
              <a:t> mollis dictum. Donec </a:t>
            </a:r>
            <a:r>
              <a:rPr lang="fr-FR" dirty="0" err="1"/>
              <a:t>blandit</a:t>
            </a:r>
            <a:r>
              <a:rPr lang="fr-FR" dirty="0"/>
              <a:t> rhoncus </a:t>
            </a:r>
            <a:r>
              <a:rPr lang="fr-FR" dirty="0" err="1"/>
              <a:t>sapien</a:t>
            </a:r>
            <a:r>
              <a:rPr lang="fr-FR" dirty="0"/>
              <a:t> </a:t>
            </a:r>
            <a:r>
              <a:rPr lang="fr-FR" dirty="0" err="1"/>
              <a:t>sit</a:t>
            </a:r>
            <a:r>
              <a:rPr lang="fr-FR" dirty="0"/>
              <a:t>.</a:t>
            </a:r>
          </a:p>
          <a:p>
            <a:pPr lvl="0"/>
            <a:r>
              <a:rPr lang="fr-FR" dirty="0"/>
              <a:t>Expérience 3</a:t>
            </a:r>
          </a:p>
          <a:p>
            <a:pPr lvl="0"/>
            <a:r>
              <a:rPr lang="fr-FR" dirty="0"/>
              <a:t>Donec vel </a:t>
            </a:r>
            <a:r>
              <a:rPr lang="fr-FR" dirty="0" err="1"/>
              <a:t>metus</a:t>
            </a:r>
            <a:r>
              <a:rPr lang="fr-FR" dirty="0"/>
              <a:t> </a:t>
            </a:r>
            <a:r>
              <a:rPr lang="fr-FR" dirty="0" err="1"/>
              <a:t>dolor</a:t>
            </a:r>
            <a:r>
              <a:rPr lang="fr-FR" dirty="0"/>
              <a:t>. </a:t>
            </a:r>
            <a:r>
              <a:rPr lang="fr-FR" dirty="0" err="1"/>
              <a:t>Quisque</a:t>
            </a:r>
            <a:r>
              <a:rPr lang="fr-FR" dirty="0"/>
              <a:t> </a:t>
            </a:r>
            <a:r>
              <a:rPr lang="fr-FR" dirty="0" err="1"/>
              <a:t>placerat</a:t>
            </a:r>
            <a:r>
              <a:rPr lang="fr-FR" dirty="0"/>
              <a:t> </a:t>
            </a:r>
            <a:r>
              <a:rPr lang="fr-FR" dirty="0" err="1"/>
              <a:t>metus</a:t>
            </a:r>
            <a:r>
              <a:rPr lang="fr-FR" dirty="0"/>
              <a:t> nec </a:t>
            </a:r>
            <a:r>
              <a:rPr lang="fr-FR" dirty="0" err="1"/>
              <a:t>viverra</a:t>
            </a:r>
            <a:r>
              <a:rPr lang="fr-FR" dirty="0"/>
              <a:t> </a:t>
            </a:r>
            <a:r>
              <a:rPr lang="fr-FR" dirty="0" err="1"/>
              <a:t>sagittis</a:t>
            </a:r>
            <a:r>
              <a:rPr lang="fr-FR" dirty="0"/>
              <a:t>. </a:t>
            </a:r>
            <a:r>
              <a:rPr lang="fr-FR" dirty="0" err="1"/>
              <a:t>Maecenas</a:t>
            </a:r>
            <a:r>
              <a:rPr lang="fr-FR" dirty="0"/>
              <a:t> </a:t>
            </a:r>
            <a:r>
              <a:rPr lang="fr-FR" dirty="0" err="1"/>
              <a:t>eget</a:t>
            </a:r>
            <a:r>
              <a:rPr lang="fr-FR" dirty="0"/>
              <a:t> diam et </a:t>
            </a:r>
            <a:r>
              <a:rPr lang="fr-FR" dirty="0" err="1"/>
              <a:t>lorem</a:t>
            </a:r>
            <a:r>
              <a:rPr lang="fr-FR" dirty="0"/>
              <a:t> mollis dictum. Donec </a:t>
            </a:r>
            <a:r>
              <a:rPr lang="fr-FR" dirty="0" err="1"/>
              <a:t>blandit</a:t>
            </a:r>
            <a:r>
              <a:rPr lang="fr-FR" dirty="0"/>
              <a:t> rhoncus </a:t>
            </a:r>
            <a:r>
              <a:rPr lang="fr-FR" dirty="0" err="1"/>
              <a:t>sapien</a:t>
            </a:r>
            <a:r>
              <a:rPr lang="fr-FR" dirty="0"/>
              <a:t> </a:t>
            </a:r>
            <a:r>
              <a:rPr lang="fr-FR" dirty="0" err="1"/>
              <a:t>sit</a:t>
            </a:r>
            <a:r>
              <a:rPr lang="fr-FR" dirty="0"/>
              <a:t>.</a:t>
            </a:r>
          </a:p>
          <a:p>
            <a:pPr lvl="0"/>
            <a:endParaRPr lang="fr-FR" dirty="0"/>
          </a:p>
          <a:p>
            <a:pPr lvl="0"/>
            <a:endParaRPr lang="fr-FR" dirty="0"/>
          </a:p>
          <a:p>
            <a:pPr lvl="0"/>
            <a:endParaRPr lang="fr-FR" dirty="0"/>
          </a:p>
          <a:p>
            <a:pPr lvl="0"/>
            <a:endParaRPr lang="fr-FR" dirty="0"/>
          </a:p>
        </p:txBody>
      </p:sp>
    </p:spTree>
    <p:extLst>
      <p:ext uri="{BB962C8B-B14F-4D97-AF65-F5344CB8AC3E}">
        <p14:creationId xmlns:p14="http://schemas.microsoft.com/office/powerpoint/2010/main" val="3702333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Only">
    <p:bg>
      <p:bgPr>
        <a:solidFill>
          <a:srgbClr val="FFFDF9"/>
        </a:solidFill>
        <a:effectLst/>
      </p:bgPr>
    </p:bg>
    <p:spTree>
      <p:nvGrpSpPr>
        <p:cNvPr id="1" name=""/>
        <p:cNvGrpSpPr/>
        <p:nvPr/>
      </p:nvGrpSpPr>
      <p:grpSpPr>
        <a:xfrm>
          <a:off x="0" y="0"/>
          <a:ext cx="0" cy="0"/>
          <a:chOff x="0" y="0"/>
          <a:chExt cx="0" cy="0"/>
        </a:xfrm>
      </p:grpSpPr>
      <p:pic>
        <p:nvPicPr>
          <p:cNvPr id="3" name="Picture 2" descr="A close up of a hexagon&#10;&#10;Description automatically generated">
            <a:extLst>
              <a:ext uri="{FF2B5EF4-FFF2-40B4-BE49-F238E27FC236}">
                <a16:creationId xmlns:a16="http://schemas.microsoft.com/office/drawing/2014/main" id="{8E137068-7BA3-6088-0C65-0CB23AC06398}"/>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1123409" y="5814699"/>
            <a:ext cx="868680" cy="796908"/>
          </a:xfrm>
          <a:prstGeom prst="rect">
            <a:avLst/>
          </a:prstGeom>
        </p:spPr>
      </p:pic>
      <p:sp>
        <p:nvSpPr>
          <p:cNvPr id="6" name="Footer Placeholder 5">
            <a:extLst>
              <a:ext uri="{FF2B5EF4-FFF2-40B4-BE49-F238E27FC236}">
                <a16:creationId xmlns:a16="http://schemas.microsoft.com/office/drawing/2014/main" id="{BBF18DD5-394A-4676-966A-43A5BAC6E006}"/>
              </a:ext>
            </a:extLst>
          </p:cNvPr>
          <p:cNvSpPr>
            <a:spLocks noGrp="1"/>
          </p:cNvSpPr>
          <p:nvPr>
            <p:ph type="ftr" sz="quarter" idx="10"/>
          </p:nvPr>
        </p:nvSpPr>
        <p:spPr/>
        <p:txBody>
          <a:bodyPr/>
          <a:lstStyle/>
          <a:p>
            <a:r>
              <a:rPr lang="en-US"/>
              <a:t>Microsoft Fabric</a:t>
            </a:r>
          </a:p>
        </p:txBody>
      </p:sp>
      <p:sp>
        <p:nvSpPr>
          <p:cNvPr id="7" name="Slide Number Placeholder 6">
            <a:extLst>
              <a:ext uri="{FF2B5EF4-FFF2-40B4-BE49-F238E27FC236}">
                <a16:creationId xmlns:a16="http://schemas.microsoft.com/office/drawing/2014/main" id="{2A399517-6D70-91AD-1227-F9D6955CDA7B}"/>
              </a:ext>
            </a:extLst>
          </p:cNvPr>
          <p:cNvSpPr>
            <a:spLocks noGrp="1"/>
          </p:cNvSpPr>
          <p:nvPr>
            <p:ph type="sldNum" sz="quarter" idx="11"/>
          </p:nvPr>
        </p:nvSpPr>
        <p:spPr/>
        <p:txBody>
          <a:bodyPr/>
          <a:lstStyle/>
          <a:p>
            <a:fld id="{B1356FBF-028C-F74E-A7B4-9B8ED246DD1B}" type="slidenum">
              <a:rPr lang="en-US" smtClean="0"/>
              <a:pPr/>
              <a:t>‹N°›</a:t>
            </a:fld>
            <a:endParaRPr lang="en-US"/>
          </a:p>
        </p:txBody>
      </p:sp>
      <p:sp>
        <p:nvSpPr>
          <p:cNvPr id="10" name="Title 9">
            <a:extLst>
              <a:ext uri="{FF2B5EF4-FFF2-40B4-BE49-F238E27FC236}">
                <a16:creationId xmlns:a16="http://schemas.microsoft.com/office/drawing/2014/main" id="{2536199F-AFBB-90E6-3138-4F79DE029AB5}"/>
              </a:ext>
            </a:extLst>
          </p:cNvPr>
          <p:cNvSpPr>
            <a:spLocks noGrp="1"/>
          </p:cNvSpPr>
          <p:nvPr>
            <p:ph type="title"/>
          </p:nvPr>
        </p:nvSpPr>
        <p:spPr>
          <a:xfrm>
            <a:off x="581025" y="365125"/>
            <a:ext cx="11029949" cy="549275"/>
          </a:xfrm>
        </p:spPr>
        <p:txBody>
          <a:bodyPr anchor="b">
            <a:noAutofit/>
          </a:bodyPr>
          <a:lstStyle/>
          <a:p>
            <a:r>
              <a:rPr lang="en-US"/>
              <a:t>Click to edit Master title style</a:t>
            </a:r>
          </a:p>
        </p:txBody>
      </p:sp>
    </p:spTree>
    <p:extLst>
      <p:ext uri="{BB962C8B-B14F-4D97-AF65-F5344CB8AC3E}">
        <p14:creationId xmlns:p14="http://schemas.microsoft.com/office/powerpoint/2010/main" val="3334637439"/>
      </p:ext>
    </p:extLst>
  </p:cSld>
  <p:clrMapOvr>
    <a:masterClrMapping/>
  </p:clrMapOvr>
  <p:transition>
    <p:fade/>
  </p:transition>
  <p:extLst>
    <p:ext uri="{DCECCB84-F9BA-43D5-87BE-67443E8EF086}">
      <p15:sldGuideLst xmlns:p15="http://schemas.microsoft.com/office/powerpoint/2012/main">
        <p15:guide id="10" pos="1967">
          <p15:clr>
            <a:srgbClr val="A4A3A4"/>
          </p15:clr>
        </p15:guide>
        <p15:guide id="18" pos="4343">
          <p15:clr>
            <a:srgbClr val="A4A3A4"/>
          </p15:clr>
        </p15:guide>
        <p15:guide id="19" pos="4526">
          <p15:clr>
            <a:srgbClr val="A4A3A4"/>
          </p15:clr>
        </p15:guide>
        <p15:guide id="21" pos="5120">
          <p15:clr>
            <a:srgbClr val="A4A3A4"/>
          </p15:clr>
        </p15:guide>
        <p15:guide id="25" pos="6308">
          <p15:clr>
            <a:srgbClr val="A4A3A4"/>
          </p15:clr>
        </p15:guide>
        <p15:guide id="26" orient="horz" pos="924">
          <p15:clr>
            <a:srgbClr val="9FCC3B"/>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 ble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46838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0685465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u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1" name="Content Placeholder 2">
            <a:extLst>
              <a:ext uri="{FF2B5EF4-FFF2-40B4-BE49-F238E27FC236}">
                <a16:creationId xmlns:a16="http://schemas.microsoft.com/office/drawing/2014/main" id="{4CC91D36-B858-40DD-BEF2-4CB22C2A1F28}"/>
              </a:ext>
            </a:extLst>
          </p:cNvPr>
          <p:cNvSpPr>
            <a:spLocks noGrp="1"/>
          </p:cNvSpPr>
          <p:nvPr>
            <p:ph idx="1"/>
          </p:nvPr>
        </p:nvSpPr>
        <p:spPr>
          <a:xfrm>
            <a:off x="838200" y="1463040"/>
            <a:ext cx="105156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4260230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u avec encart logo">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a:stretch/>
        </p:blipFill>
        <p:spPr>
          <a:xfrm>
            <a:off x="-3740" y="1821815"/>
            <a:ext cx="2743200" cy="3792041"/>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p:nvPr>
        </p:nvSpPr>
        <p:spPr>
          <a:xfrm>
            <a:off x="4211393" y="1821815"/>
            <a:ext cx="7142407" cy="3769519"/>
          </a:xfrm>
        </p:spPr>
        <p:txBody>
          <a:bodyPr anchor="ctr"/>
          <a:lstStyle>
            <a:lvl1pPr marL="457200" indent="-457200">
              <a:buFont typeface="Arial" panose="020B0604020202020204" pitchFamily="34" charset="0"/>
              <a:buChar char="•"/>
              <a:defRPr>
                <a:solidFill>
                  <a:schemeClr val="bg1"/>
                </a:solidFill>
              </a:defRPr>
            </a:lvl1pPr>
            <a:lvl2pPr marL="800100" indent="-34290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Title 1">
            <a:extLst>
              <a:ext uri="{FF2B5EF4-FFF2-40B4-BE49-F238E27FC236}">
                <a16:creationId xmlns:a16="http://schemas.microsoft.com/office/drawing/2014/main" id="{A9CD932F-9ED9-4B8D-9868-0703CDE7B523}"/>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70949"/>
          <a:stretch/>
        </p:blipFill>
        <p:spPr>
          <a:xfrm>
            <a:off x="3176994" y="1810561"/>
            <a:ext cx="596865" cy="3773751"/>
          </a:xfrm>
          <a:prstGeom prst="rect">
            <a:avLst/>
          </a:prstGeom>
        </p:spPr>
      </p:pic>
      <p:sp>
        <p:nvSpPr>
          <p:cNvPr id="10" name="Espace réservé pour une image  9">
            <a:extLst>
              <a:ext uri="{FF2B5EF4-FFF2-40B4-BE49-F238E27FC236}">
                <a16:creationId xmlns:a16="http://schemas.microsoft.com/office/drawing/2014/main" id="{019A5687-3865-45F8-B1F7-A0D1FC66F088}"/>
              </a:ext>
            </a:extLst>
          </p:cNvPr>
          <p:cNvSpPr>
            <a:spLocks noGrp="1"/>
          </p:cNvSpPr>
          <p:nvPr>
            <p:ph type="pic" sz="quarter" idx="13"/>
          </p:nvPr>
        </p:nvSpPr>
        <p:spPr>
          <a:xfrm>
            <a:off x="170091" y="2847885"/>
            <a:ext cx="2395537" cy="1739900"/>
          </a:xfrm>
        </p:spPr>
        <p:txBody>
          <a:bodyPr/>
          <a:lstStyle/>
          <a:p>
            <a:endParaRPr lang="fr-FR"/>
          </a:p>
        </p:txBody>
      </p:sp>
    </p:spTree>
    <p:extLst>
      <p:ext uri="{BB962C8B-B14F-4D97-AF65-F5344CB8AC3E}">
        <p14:creationId xmlns:p14="http://schemas.microsoft.com/office/powerpoint/2010/main" val="40042162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ux contenus - 3">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1EB5549B-0E89-48FF-868F-5A9AB6A0EDE8}"/>
              </a:ext>
            </a:extLst>
          </p:cNvPr>
          <p:cNvSpPr>
            <a:spLocks noGrp="1"/>
          </p:cNvSpPr>
          <p:nvPr>
            <p:ph idx="15"/>
          </p:nvPr>
        </p:nvSpPr>
        <p:spPr>
          <a:xfrm>
            <a:off x="6184900" y="1463038"/>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1" name="Content Placeholder 2">
            <a:extLst>
              <a:ext uri="{FF2B5EF4-FFF2-40B4-BE49-F238E27FC236}">
                <a16:creationId xmlns:a16="http://schemas.microsoft.com/office/drawing/2014/main" id="{4CC91D36-B858-40DD-BEF2-4CB22C2A1F28}"/>
              </a:ext>
            </a:extLst>
          </p:cNvPr>
          <p:cNvSpPr>
            <a:spLocks noGrp="1"/>
          </p:cNvSpPr>
          <p:nvPr>
            <p:ph idx="1"/>
          </p:nvPr>
        </p:nvSpPr>
        <p:spPr>
          <a:xfrm>
            <a:off x="838200" y="1463040"/>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5" name="Content Placeholder 2">
            <a:extLst>
              <a:ext uri="{FF2B5EF4-FFF2-40B4-BE49-F238E27FC236}">
                <a16:creationId xmlns:a16="http://schemas.microsoft.com/office/drawing/2014/main" id="{7E8AFF79-14C6-469D-8629-DC8748143510}"/>
              </a:ext>
            </a:extLst>
          </p:cNvPr>
          <p:cNvSpPr>
            <a:spLocks noGrp="1"/>
          </p:cNvSpPr>
          <p:nvPr>
            <p:ph idx="16"/>
          </p:nvPr>
        </p:nvSpPr>
        <p:spPr>
          <a:xfrm>
            <a:off x="6184900" y="1463038"/>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446522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rois contenus - 3">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1EB5549B-0E89-48FF-868F-5A9AB6A0EDE8}"/>
              </a:ext>
            </a:extLst>
          </p:cNvPr>
          <p:cNvSpPr>
            <a:spLocks noGrp="1"/>
          </p:cNvSpPr>
          <p:nvPr>
            <p:ph idx="15"/>
          </p:nvPr>
        </p:nvSpPr>
        <p:spPr>
          <a:xfrm>
            <a:off x="6184900" y="1463038"/>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1" name="Content Placeholder 2">
            <a:extLst>
              <a:ext uri="{FF2B5EF4-FFF2-40B4-BE49-F238E27FC236}">
                <a16:creationId xmlns:a16="http://schemas.microsoft.com/office/drawing/2014/main" id="{4CC91D36-B858-40DD-BEF2-4CB22C2A1F28}"/>
              </a:ext>
            </a:extLst>
          </p:cNvPr>
          <p:cNvSpPr>
            <a:spLocks noGrp="1"/>
          </p:cNvSpPr>
          <p:nvPr>
            <p:ph idx="1"/>
          </p:nvPr>
        </p:nvSpPr>
        <p:spPr>
          <a:xfrm>
            <a:off x="838200" y="1463040"/>
            <a:ext cx="3396673"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3" name="Content Placeholder 2">
            <a:extLst>
              <a:ext uri="{FF2B5EF4-FFF2-40B4-BE49-F238E27FC236}">
                <a16:creationId xmlns:a16="http://schemas.microsoft.com/office/drawing/2014/main" id="{0C78B38E-B1C1-4EEF-B8E5-EAAC324ED3FF}"/>
              </a:ext>
            </a:extLst>
          </p:cNvPr>
          <p:cNvSpPr>
            <a:spLocks noGrp="1"/>
          </p:cNvSpPr>
          <p:nvPr>
            <p:ph idx="16"/>
          </p:nvPr>
        </p:nvSpPr>
        <p:spPr>
          <a:xfrm>
            <a:off x="7957127" y="1463038"/>
            <a:ext cx="3396673"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6" name="Content Placeholder 2">
            <a:extLst>
              <a:ext uri="{FF2B5EF4-FFF2-40B4-BE49-F238E27FC236}">
                <a16:creationId xmlns:a16="http://schemas.microsoft.com/office/drawing/2014/main" id="{1D8B8638-6C75-496C-A23C-B77A6C5BF7EE}"/>
              </a:ext>
            </a:extLst>
          </p:cNvPr>
          <p:cNvSpPr>
            <a:spLocks noGrp="1"/>
          </p:cNvSpPr>
          <p:nvPr>
            <p:ph idx="17"/>
          </p:nvPr>
        </p:nvSpPr>
        <p:spPr>
          <a:xfrm>
            <a:off x="4403106" y="1463038"/>
            <a:ext cx="3396673"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9552825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etit contenu - 1">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CFC2C8CC-B974-478D-97BE-5447EB3A19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951" r="14872"/>
          <a:stretch/>
        </p:blipFill>
        <p:spPr>
          <a:xfrm>
            <a:off x="-1" y="0"/>
            <a:ext cx="12191999"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pic>
        <p:nvPicPr>
          <p:cNvPr id="14" name="Image 13">
            <a:extLst>
              <a:ext uri="{FF2B5EF4-FFF2-40B4-BE49-F238E27FC236}">
                <a16:creationId xmlns:a16="http://schemas.microsoft.com/office/drawing/2014/main" id="{8BD6FE51-8808-46F7-A8A9-2882457D4158}"/>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48974"/>
            <a:ext cx="6298870" cy="3514913"/>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2" name="Title 1">
            <a:extLst>
              <a:ext uri="{FF2B5EF4-FFF2-40B4-BE49-F238E27FC236}">
                <a16:creationId xmlns:a16="http://schemas.microsoft.com/office/drawing/2014/main" id="{6FF469E6-5C5B-4983-B78F-FF4270005BEB}"/>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8029236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etit contenu - 2">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48F2AA07-1128-4010-9293-21E6A239F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89"/>
          <a:stretch/>
        </p:blipFill>
        <p:spPr>
          <a:xfrm>
            <a:off x="0" y="-757"/>
            <a:ext cx="12192000" cy="6858757"/>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3A18D433-EF72-4B1A-9D76-82183243BCD5}"/>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A82ED958-96BE-429F-A37E-BB2BC7CA2F1F}"/>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86AEC39B-471F-442E-8C79-548D18379C09}"/>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4051952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etit contenu - 3">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5C3D9FF8-63EA-4C79-A292-52190B7AD19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109" r="10713"/>
          <a:stretch/>
        </p:blipFill>
        <p:spPr>
          <a:xfrm flipH="1">
            <a:off x="-2" y="0"/>
            <a:ext cx="12192002" cy="6858002"/>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3" name="Image 12">
            <a:extLst>
              <a:ext uri="{FF2B5EF4-FFF2-40B4-BE49-F238E27FC236}">
                <a16:creationId xmlns:a16="http://schemas.microsoft.com/office/drawing/2014/main" id="{EEC9A2E4-CB60-41E5-B13A-2C7C6DEF57E4}"/>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CCBF22EC-9A3A-45A2-B5E0-286DD72B536B}"/>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AFC74AF5-03E5-4E53-95A4-1461715CB4ED}"/>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9703692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etit contenu - 4">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9A753D29-1127-4334-98E3-4A135C6175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 t="2932" b="12898"/>
          <a:stretch/>
        </p:blipFill>
        <p:spPr>
          <a:xfrm>
            <a:off x="0" y="-1"/>
            <a:ext cx="12192000" cy="6858001"/>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B6B5FBC0-3672-4BED-93BA-C8D4B27680BB}"/>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D88C2F17-0C37-4A6C-82FA-3292CC9BB9F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4E902316-C20C-46B8-A13B-68752A8B0CDC}"/>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8438705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etit contenu - 5">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05A1B17B-89B5-4AD7-AA45-9DDA1692FA2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87" t="3152" r="10970" b="23611"/>
          <a:stretch/>
        </p:blipFill>
        <p:spPr>
          <a:xfrm>
            <a:off x="-1" y="-1"/>
            <a:ext cx="12192001" cy="6858001"/>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BCE0926F-D80D-41DA-B9B3-0309F5EAAEC4}"/>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55A18E13-2602-4504-ADAD-EA1230D9DB9C}"/>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C819BDDB-F231-4E22-89D3-5B86F74AAC72}"/>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5947051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etit contenu - 6">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868AA68-DD9F-4AE8-AD7B-C81145FAA9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278" t="5628" r="7784" b="21222"/>
          <a:stretch/>
        </p:blipFill>
        <p:spPr>
          <a:xfrm>
            <a:off x="1" y="20741"/>
            <a:ext cx="12192000" cy="683726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2A27B16A-36CE-49BD-A397-440816C4A4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Image 14">
            <a:extLst>
              <a:ext uri="{FF2B5EF4-FFF2-40B4-BE49-F238E27FC236}">
                <a16:creationId xmlns:a16="http://schemas.microsoft.com/office/drawing/2014/main" id="{98B8C1F4-B76A-4415-AAB6-60BEF7B4A514}"/>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E9DA33F8-E3CE-4E02-A129-D01C2D7B4A0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406E3C43-6032-478F-AB47-145C485AF7FE}"/>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3932228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etit contenu - 7">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06393C9A-6BD0-4356-9790-000E0424B1D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904" t="19187" b="17530"/>
          <a:stretch/>
        </p:blipFill>
        <p:spPr>
          <a:xfrm flipH="1">
            <a:off x="0" y="0"/>
            <a:ext cx="12192000"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BE5FAA0B-8466-449E-903F-27EC043EFFE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5" name="Image 14">
            <a:extLst>
              <a:ext uri="{FF2B5EF4-FFF2-40B4-BE49-F238E27FC236}">
                <a16:creationId xmlns:a16="http://schemas.microsoft.com/office/drawing/2014/main" id="{500A5B4C-7DCD-4649-B84E-1B1D3813EE2F}"/>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4" name="Title 1">
            <a:extLst>
              <a:ext uri="{FF2B5EF4-FFF2-40B4-BE49-F238E27FC236}">
                <a16:creationId xmlns:a16="http://schemas.microsoft.com/office/drawing/2014/main" id="{729E4DDB-8767-4F2B-B66E-CE33476A3D29}"/>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60499CAE-688B-4863-91F8-D1A3AB6A89E2}"/>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2081836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etit contenu - 8">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0D1ADC72-5D4D-4669-966A-1F6F97B690E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4" t="8237" r="22295" b="26232"/>
          <a:stretch/>
        </p:blipFill>
        <p:spPr>
          <a:xfrm>
            <a:off x="-14820" y="0"/>
            <a:ext cx="12206820"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D67853FD-7024-424B-9703-5F13304E263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Image 14">
            <a:extLst>
              <a:ext uri="{FF2B5EF4-FFF2-40B4-BE49-F238E27FC236}">
                <a16:creationId xmlns:a16="http://schemas.microsoft.com/office/drawing/2014/main" id="{11B30256-8C12-4FE8-9F42-003DBC6BFF1E}"/>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86781B8C-3858-4C9A-ACD5-FF4A9996D572}"/>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E7C83239-C3FA-4C03-BE98-D4BDF6DEE921}"/>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3917160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etit contenu - 9">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D1F6B00-336F-4343-AA24-9059F18535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 b="12967"/>
          <a:stretch/>
        </p:blipFill>
        <p:spPr>
          <a:xfrm>
            <a:off x="0" y="0"/>
            <a:ext cx="12192000"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24919E74-19B9-420E-9675-D7C938EFFA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EA93EF1E-A964-483C-8E20-A03C2E07F05D}"/>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2E0557CD-926A-47AC-A72A-37C03614444E}"/>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1BDD21AE-0A86-49CC-8669-7074E5D12B06}"/>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4665701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u et image droite - 1">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1DEA7531-A434-4664-8E1C-B98F51E62DE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0780" t="4134" r="5260" b="3934"/>
          <a:stretch/>
        </p:blipFill>
        <p:spPr>
          <a:xfrm>
            <a:off x="8073190" y="1812509"/>
            <a:ext cx="3200400" cy="306597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199" y="1448972"/>
            <a:ext cx="6781801" cy="4727991"/>
          </a:xfrm>
        </p:spPr>
        <p:txBody>
          <a:bodyPr/>
          <a:lstStyle>
            <a:lvl1pPr marL="228600" indent="-228600">
              <a:buFontTx/>
              <a:buBlip>
                <a:blip r:embed="rId3"/>
              </a:buBlip>
              <a:defRPr/>
            </a:lvl1pPr>
            <a:lvl2pPr marL="685800" indent="-228600">
              <a:buFontTx/>
              <a:buBlip>
                <a:blip r:embed="rId4"/>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01956"/>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D44A8173-4049-495D-89DA-29CE9B6A4776}"/>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a:extLst>
              <a:ext uri="{FF2B5EF4-FFF2-40B4-BE49-F238E27FC236}">
                <a16:creationId xmlns:a16="http://schemas.microsoft.com/office/drawing/2014/main" id="{78FDF291-ECFF-4DBC-8B76-D855AFF8A19F}"/>
              </a:ext>
            </a:extLst>
          </p:cNvPr>
          <p:cNvPicPr>
            <a:picLocks noChangeAspect="1"/>
          </p:cNvPicPr>
          <p:nvPr userDrawn="1"/>
        </p:nvPicPr>
        <p:blipFill rotWithShape="1">
          <a:blip r:embed="rId6"/>
          <a:srcRect t="66056"/>
          <a:stretch/>
        </p:blipFill>
        <p:spPr>
          <a:xfrm>
            <a:off x="351321" y="-1"/>
            <a:ext cx="11840679" cy="1149355"/>
          </a:xfrm>
          <a:prstGeom prst="rect">
            <a:avLst/>
          </a:prstGeom>
        </p:spPr>
      </p:pic>
      <p:sp>
        <p:nvSpPr>
          <p:cNvPr id="15" name="Title 1">
            <a:extLst>
              <a:ext uri="{FF2B5EF4-FFF2-40B4-BE49-F238E27FC236}">
                <a16:creationId xmlns:a16="http://schemas.microsoft.com/office/drawing/2014/main" id="{E2AA36DF-C292-401C-93E6-7AC5BA9C664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373224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u et image droite - 2">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97DD0901-F6CF-48A6-83DD-112F84E916D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1700" t="13797" r="10970" b="31471"/>
          <a:stretch/>
        </p:blipFill>
        <p:spPr>
          <a:xfrm>
            <a:off x="8137358" y="1860635"/>
            <a:ext cx="3102330" cy="3033892"/>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01956"/>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D44A8173-4049-495D-89DA-29CE9B6A4776}"/>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a:extLst>
              <a:ext uri="{FF2B5EF4-FFF2-40B4-BE49-F238E27FC236}">
                <a16:creationId xmlns:a16="http://schemas.microsoft.com/office/drawing/2014/main" id="{669209EE-12EA-44B6-A1FD-2F4D811DC6E1}"/>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4" name="Title 1">
            <a:extLst>
              <a:ext uri="{FF2B5EF4-FFF2-40B4-BE49-F238E27FC236}">
                <a16:creationId xmlns:a16="http://schemas.microsoft.com/office/drawing/2014/main" id="{6D18B4B7-2858-43FC-B1AB-F3CC83079A7E}"/>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7" name="Content Placeholder 2">
            <a:extLst>
              <a:ext uri="{FF2B5EF4-FFF2-40B4-BE49-F238E27FC236}">
                <a16:creationId xmlns:a16="http://schemas.microsoft.com/office/drawing/2014/main" id="{98B6896F-D5CA-42E5-830F-02B0609EFBE0}"/>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4603841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u et image droite - 3">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grpSp>
        <p:nvGrpSpPr>
          <p:cNvPr id="8" name="Groupe 7">
            <a:extLst>
              <a:ext uri="{FF2B5EF4-FFF2-40B4-BE49-F238E27FC236}">
                <a16:creationId xmlns:a16="http://schemas.microsoft.com/office/drawing/2014/main" id="{CE1EDBF3-683D-403D-9665-1282EEAD802F}"/>
              </a:ext>
            </a:extLst>
          </p:cNvPr>
          <p:cNvGrpSpPr/>
          <p:nvPr userDrawn="1"/>
        </p:nvGrpSpPr>
        <p:grpSpPr>
          <a:xfrm>
            <a:off x="7928429" y="1601956"/>
            <a:ext cx="3500665" cy="3500665"/>
            <a:chOff x="7928429" y="1714500"/>
            <a:chExt cx="3500665" cy="3500665"/>
          </a:xfrm>
        </p:grpSpPr>
        <p:pic>
          <p:nvPicPr>
            <p:cNvPr id="15" name="Image 14">
              <a:extLst>
                <a:ext uri="{FF2B5EF4-FFF2-40B4-BE49-F238E27FC236}">
                  <a16:creationId xmlns:a16="http://schemas.microsoft.com/office/drawing/2014/main" id="{F64F5455-3013-43F2-A4FD-9100E076735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4600" t="18859" r="22841" b="5910"/>
            <a:stretch/>
          </p:blipFill>
          <p:spPr>
            <a:xfrm>
              <a:off x="8066637" y="1933303"/>
              <a:ext cx="3200400" cy="3057725"/>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714500"/>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D44A8173-4049-495D-89DA-29CE9B6A4776}"/>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a:extLst>
              <a:ext uri="{FF2B5EF4-FFF2-40B4-BE49-F238E27FC236}">
                <a16:creationId xmlns:a16="http://schemas.microsoft.com/office/drawing/2014/main" id="{52ADC13C-B56A-4484-8C94-AE383BA8397F}"/>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6" name="Title 1">
            <a:extLst>
              <a:ext uri="{FF2B5EF4-FFF2-40B4-BE49-F238E27FC236}">
                <a16:creationId xmlns:a16="http://schemas.microsoft.com/office/drawing/2014/main" id="{D11861CD-204D-4447-872E-9D87BC2352BD}"/>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20" name="Content Placeholder 2">
            <a:extLst>
              <a:ext uri="{FF2B5EF4-FFF2-40B4-BE49-F238E27FC236}">
                <a16:creationId xmlns:a16="http://schemas.microsoft.com/office/drawing/2014/main" id="{447CFBB5-82D9-4D81-9D93-64248237B057}"/>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5585749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u et image droite - 4">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354D106E-9CFD-472F-9C75-EF793049304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2660" t="10730" r="7047" b="14076"/>
          <a:stretch/>
        </p:blipFill>
        <p:spPr>
          <a:xfrm>
            <a:off x="8165432" y="1824543"/>
            <a:ext cx="3072064" cy="3063521"/>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01956"/>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avec coins arrondis en diagonale 19">
            <a:extLst>
              <a:ext uri="{FF2B5EF4-FFF2-40B4-BE49-F238E27FC236}">
                <a16:creationId xmlns:a16="http://schemas.microsoft.com/office/drawing/2014/main" id="{54D53844-005C-4A8B-AE9E-95A473DE6839}"/>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a:extLst>
              <a:ext uri="{FF2B5EF4-FFF2-40B4-BE49-F238E27FC236}">
                <a16:creationId xmlns:a16="http://schemas.microsoft.com/office/drawing/2014/main" id="{8E9BE9EB-F5AD-43F6-805B-BBA97AB2A5D6}"/>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5" name="Title 1">
            <a:extLst>
              <a:ext uri="{FF2B5EF4-FFF2-40B4-BE49-F238E27FC236}">
                <a16:creationId xmlns:a16="http://schemas.microsoft.com/office/drawing/2014/main" id="{19217829-4BCB-48BE-9A6A-FADDA707582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7" name="Content Placeholder 2">
            <a:extLst>
              <a:ext uri="{FF2B5EF4-FFF2-40B4-BE49-F238E27FC236}">
                <a16:creationId xmlns:a16="http://schemas.microsoft.com/office/drawing/2014/main" id="{DFF746AA-F87B-4061-BB91-08B77885A8F3}"/>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5938897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u et image droite - 5">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C4C23486-3903-4DA1-8254-AC34F7E2E3B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3799" t="7605" r="17582" b="49484"/>
          <a:stretch/>
        </p:blipFill>
        <p:spPr>
          <a:xfrm>
            <a:off x="8112455" y="1811828"/>
            <a:ext cx="3200401" cy="3102300"/>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15644"/>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38963"/>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1B42B7D9-2C72-415C-ABA0-EDD86AA2C614}"/>
              </a:ext>
            </a:extLst>
          </p:cNvPr>
          <p:cNvSpPr/>
          <p:nvPr userDrawn="1"/>
        </p:nvSpPr>
        <p:spPr>
          <a:xfrm>
            <a:off x="8207730" y="4996016"/>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a:extLst>
              <a:ext uri="{FF2B5EF4-FFF2-40B4-BE49-F238E27FC236}">
                <a16:creationId xmlns:a16="http://schemas.microsoft.com/office/drawing/2014/main" id="{146181F4-A34D-442F-85FA-B6E31E319D17}"/>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5" name="Title 1">
            <a:extLst>
              <a:ext uri="{FF2B5EF4-FFF2-40B4-BE49-F238E27FC236}">
                <a16:creationId xmlns:a16="http://schemas.microsoft.com/office/drawing/2014/main" id="{000B817C-D0DC-45EE-8032-27F5EA307769}"/>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9" name="Content Placeholder 2">
            <a:extLst>
              <a:ext uri="{FF2B5EF4-FFF2-40B4-BE49-F238E27FC236}">
                <a16:creationId xmlns:a16="http://schemas.microsoft.com/office/drawing/2014/main" id="{06303859-CBA7-4D7F-B3C7-832D83E0DCA8}"/>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4142092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u et image gauche - 1">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2C9C00DB-9FAA-4F7F-86A1-D6875137BE10}"/>
              </a:ext>
            </a:extLst>
          </p:cNvPr>
          <p:cNvPicPr>
            <a:picLocks noChangeAspect="1"/>
          </p:cNvPicPr>
          <p:nvPr userDrawn="1"/>
        </p:nvPicPr>
        <p:blipFill rotWithShape="1">
          <a:blip r:embed="rId2"/>
          <a:srcRect l="56799" t="2475" r="2819" b="13732"/>
          <a:stretch/>
        </p:blipFill>
        <p:spPr>
          <a:xfrm>
            <a:off x="0" y="1392024"/>
            <a:ext cx="3274324" cy="546597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3581399" y="1453809"/>
            <a:ext cx="7772399" cy="4784940"/>
          </a:xfrm>
        </p:spPr>
        <p:txBody>
          <a:bodyPr/>
          <a:lstStyle>
            <a:lvl1pPr marL="228600" indent="-228600">
              <a:buFontTx/>
              <a:buBlip>
                <a:blip r:embed="rId3"/>
              </a:buBlip>
              <a:defRPr/>
            </a:lvl1pPr>
            <a:lvl2pPr marL="685800" indent="-228600">
              <a:buFontTx/>
              <a:buBlip>
                <a:blip r:embed="rId4"/>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C6D3EA94-B5F0-40A7-8456-8E11947EC9E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Image 14">
            <a:extLst>
              <a:ext uri="{FF2B5EF4-FFF2-40B4-BE49-F238E27FC236}">
                <a16:creationId xmlns:a16="http://schemas.microsoft.com/office/drawing/2014/main" id="{DE931A53-38EF-4139-BBE9-74CED2AD2173}"/>
              </a:ext>
            </a:extLst>
          </p:cNvPr>
          <p:cNvPicPr>
            <a:picLocks noChangeAspect="1"/>
          </p:cNvPicPr>
          <p:nvPr userDrawn="1"/>
        </p:nvPicPr>
        <p:blipFill rotWithShape="1">
          <a:blip r:embed="rId6"/>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4C3002C9-C8B2-4718-B05D-4C1525BC5A6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521584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u et image gauche - 2">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A088AF6F-0921-41E9-B31D-8B77A0916256}"/>
              </a:ext>
            </a:extLst>
          </p:cNvPr>
          <p:cNvPicPr>
            <a:picLocks noChangeAspect="1"/>
          </p:cNvPicPr>
          <p:nvPr userDrawn="1"/>
        </p:nvPicPr>
        <p:blipFill rotWithShape="1">
          <a:blip r:embed="rId2"/>
          <a:srcRect l="12582" b="16048"/>
          <a:stretch/>
        </p:blipFill>
        <p:spPr>
          <a:xfrm>
            <a:off x="0" y="1367045"/>
            <a:ext cx="3590891" cy="54909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20" name="Image 19">
            <a:extLst>
              <a:ext uri="{FF2B5EF4-FFF2-40B4-BE49-F238E27FC236}">
                <a16:creationId xmlns:a16="http://schemas.microsoft.com/office/drawing/2014/main" id="{64EE550D-B485-4BB6-9071-B962FFCD1F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3" name="Image 12">
            <a:extLst>
              <a:ext uri="{FF2B5EF4-FFF2-40B4-BE49-F238E27FC236}">
                <a16:creationId xmlns:a16="http://schemas.microsoft.com/office/drawing/2014/main" id="{F4304FCB-28D0-4F61-9357-A5EB1CD69402}"/>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E5A4CEBD-967C-4517-8F49-FB3442945FF9}"/>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5" name="Content Placeholder 2">
            <a:extLst>
              <a:ext uri="{FF2B5EF4-FFF2-40B4-BE49-F238E27FC236}">
                <a16:creationId xmlns:a16="http://schemas.microsoft.com/office/drawing/2014/main" id="{F9E8D327-33F7-47EE-AD41-D4DCE5066196}"/>
              </a:ext>
            </a:extLst>
          </p:cNvPr>
          <p:cNvSpPr>
            <a:spLocks noGrp="1"/>
          </p:cNvSpPr>
          <p:nvPr>
            <p:ph idx="1"/>
          </p:nvPr>
        </p:nvSpPr>
        <p:spPr>
          <a:xfrm>
            <a:off x="3581399" y="1453809"/>
            <a:ext cx="7772399" cy="4784940"/>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62158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u et image gauche - 3">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18AC71EA-4692-47ED-87D8-455DABA2243A}"/>
              </a:ext>
            </a:extLst>
          </p:cNvPr>
          <p:cNvPicPr>
            <a:picLocks noChangeAspect="1"/>
          </p:cNvPicPr>
          <p:nvPr userDrawn="1"/>
        </p:nvPicPr>
        <p:blipFill rotWithShape="1">
          <a:blip r:embed="rId2"/>
          <a:srcRect l="13910" t="5744" r="9831" b="16492"/>
          <a:stretch/>
        </p:blipFill>
        <p:spPr>
          <a:xfrm>
            <a:off x="-1" y="1714500"/>
            <a:ext cx="3176715" cy="515801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1AC78175-95C9-4279-A1B2-C922EE9D67D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3" name="Image 12">
            <a:extLst>
              <a:ext uri="{FF2B5EF4-FFF2-40B4-BE49-F238E27FC236}">
                <a16:creationId xmlns:a16="http://schemas.microsoft.com/office/drawing/2014/main" id="{BEDD493A-1EBB-44DD-BBC9-A321808DDB6B}"/>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C6D02B3E-53B8-4D42-BB54-C244E6E3CB70}"/>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D467E916-7736-46F1-80D1-AB1622F8E7C7}"/>
              </a:ext>
            </a:extLst>
          </p:cNvPr>
          <p:cNvSpPr>
            <a:spLocks noGrp="1"/>
          </p:cNvSpPr>
          <p:nvPr>
            <p:ph idx="1"/>
          </p:nvPr>
        </p:nvSpPr>
        <p:spPr>
          <a:xfrm>
            <a:off x="3581399" y="1453809"/>
            <a:ext cx="7772399" cy="4784940"/>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5073408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re de la présenta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2133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3826336"/>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ctrTitle" hasCustomPrompt="1"/>
          </p:nvPr>
        </p:nvSpPr>
        <p:spPr>
          <a:xfrm>
            <a:off x="838200" y="4319193"/>
            <a:ext cx="10515600" cy="1149211"/>
          </a:xfrm>
        </p:spPr>
        <p:txBody>
          <a:bodyPr anchor="b">
            <a:normAutofit/>
          </a:bodyPr>
          <a:lstStyle>
            <a:lvl1pPr algn="ctr">
              <a:defRPr sz="4800">
                <a:latin typeface="+mj-lt"/>
              </a:defRPr>
            </a:lvl1pPr>
          </a:lstStyle>
          <a:p>
            <a:r>
              <a:rPr lang="fr-FR" dirty="0"/>
              <a:t>Titre de la présentation</a:t>
            </a:r>
            <a:endParaRPr lang="en-US" dirty="0"/>
          </a:p>
        </p:txBody>
      </p:sp>
      <p:sp>
        <p:nvSpPr>
          <p:cNvPr id="3" name="Subtitle 2"/>
          <p:cNvSpPr>
            <a:spLocks noGrp="1"/>
          </p:cNvSpPr>
          <p:nvPr>
            <p:ph type="subTitle" idx="1" hasCustomPrompt="1"/>
          </p:nvPr>
        </p:nvSpPr>
        <p:spPr>
          <a:xfrm>
            <a:off x="838199" y="5467340"/>
            <a:ext cx="10515599" cy="88901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présentation</a:t>
            </a:r>
            <a:endParaRPr lang="en-US" dirty="0"/>
          </a:p>
        </p:txBody>
      </p:sp>
      <p:sp>
        <p:nvSpPr>
          <p:cNvPr id="4" name="Date Placeholder 3"/>
          <p:cNvSpPr>
            <a:spLocks noGrp="1"/>
          </p:cNvSpPr>
          <p:nvPr>
            <p:ph type="dt" sz="half" idx="10"/>
          </p:nvPr>
        </p:nvSpPr>
        <p:spPr/>
        <p:txBody>
          <a:bodyPr/>
          <a:lstStyle/>
          <a:p>
            <a:fld id="{77EABCD4-8A67-4804-80CB-2DC22B54F27C}" type="datetime1">
              <a:rPr lang="fr-FR" smtClean="0"/>
              <a:t>10/07/2025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3DE39C-8A81-4508-8EC3-8C55B05C4E7E}" type="slidenum">
              <a:rPr lang="fr-FR" smtClean="0"/>
              <a:t>‹N°›</a:t>
            </a:fld>
            <a:endParaRPr lang="fr-FR"/>
          </a:p>
        </p:txBody>
      </p:sp>
      <p:pic>
        <p:nvPicPr>
          <p:cNvPr id="9" name="Image 8">
            <a:extLst>
              <a:ext uri="{FF2B5EF4-FFF2-40B4-BE49-F238E27FC236}">
                <a16:creationId xmlns:a16="http://schemas.microsoft.com/office/drawing/2014/main" id="{B016F367-151D-4D4E-8214-BE93B2BCED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49749" y="2892708"/>
            <a:ext cx="3492501" cy="914871"/>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7501" y="1524426"/>
            <a:ext cx="976994" cy="1005953"/>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32" y="140617"/>
            <a:ext cx="5334001" cy="676763"/>
          </a:xfrm>
          <a:prstGeom prst="rect">
            <a:avLst/>
          </a:prstGeom>
        </p:spPr>
      </p:pic>
    </p:spTree>
    <p:extLst>
      <p:ext uri="{BB962C8B-B14F-4D97-AF65-F5344CB8AC3E}">
        <p14:creationId xmlns:p14="http://schemas.microsoft.com/office/powerpoint/2010/main" val="30696954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BE33C521-75DA-4E82-A5C4-C6DF866380DA}"/>
              </a:ext>
            </a:extLst>
          </p:cNvPr>
          <p:cNvPicPr>
            <a:picLocks noChangeAspect="1"/>
          </p:cNvPicPr>
          <p:nvPr userDrawn="1"/>
        </p:nvPicPr>
        <p:blipFill rotWithShape="1">
          <a:blip r:embed="rId2"/>
          <a:srcRect l="5812" t="26141"/>
          <a:stretch/>
        </p:blipFill>
        <p:spPr>
          <a:xfrm>
            <a:off x="0" y="0"/>
            <a:ext cx="9652000" cy="6858000"/>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hasCustomPrompt="1"/>
          </p:nvPr>
        </p:nvSpPr>
        <p:spPr>
          <a:xfrm>
            <a:off x="838201" y="1772533"/>
            <a:ext cx="5257800" cy="4057957"/>
          </a:xfrm>
        </p:spPr>
        <p:txBody>
          <a:bodyPr anchor="ctr"/>
          <a:lstStyle>
            <a:lvl1pPr marL="0" indent="0">
              <a:buFont typeface="Arial" panose="020B0604020202020204" pitchFamily="34" charset="0"/>
              <a:buNone/>
              <a:defRPr>
                <a:solidFill>
                  <a:schemeClr val="tx1"/>
                </a:solidFill>
                <a:latin typeface="+mj-lt"/>
              </a:defRPr>
            </a:lvl1pPr>
            <a:lvl2pPr marL="800100" indent="-342900">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p:txBody>
      </p:sp>
      <p:pic>
        <p:nvPicPr>
          <p:cNvPr id="14" name="Image 13">
            <a:extLst>
              <a:ext uri="{FF2B5EF4-FFF2-40B4-BE49-F238E27FC236}">
                <a16:creationId xmlns:a16="http://schemas.microsoft.com/office/drawing/2014/main" id="{6C8804A4-FDCD-42C3-9CEC-D869EECDA2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6" name="Content Placeholder 2">
            <a:extLst>
              <a:ext uri="{FF2B5EF4-FFF2-40B4-BE49-F238E27FC236}">
                <a16:creationId xmlns:a16="http://schemas.microsoft.com/office/drawing/2014/main" id="{9CC6AB17-9DCF-45D3-B3CB-6ABDDD511998}"/>
              </a:ext>
            </a:extLst>
          </p:cNvPr>
          <p:cNvSpPr>
            <a:spLocks noGrp="1"/>
          </p:cNvSpPr>
          <p:nvPr>
            <p:ph idx="13" hasCustomPrompt="1"/>
          </p:nvPr>
        </p:nvSpPr>
        <p:spPr>
          <a:xfrm>
            <a:off x="6123709" y="1772534"/>
            <a:ext cx="1143000" cy="4057956"/>
          </a:xfrm>
        </p:spPr>
        <p:txBody>
          <a:bodyPr anchor="ctr"/>
          <a:lstStyle>
            <a:lvl1pPr marL="0" indent="0">
              <a:buFont typeface="Arial" panose="020B0604020202020204" pitchFamily="34" charset="0"/>
              <a:buNone/>
              <a:defRPr>
                <a:solidFill>
                  <a:schemeClr val="accent3"/>
                </a:solidFill>
                <a:latin typeface="+mj-lt"/>
              </a:defRPr>
            </a:lvl1pPr>
            <a:lvl2pPr marL="800100" indent="-342900">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p:txBody>
      </p:sp>
      <p:sp>
        <p:nvSpPr>
          <p:cNvPr id="12" name="Title 1">
            <a:extLst>
              <a:ext uri="{FF2B5EF4-FFF2-40B4-BE49-F238E27FC236}">
                <a16:creationId xmlns:a16="http://schemas.microsoft.com/office/drawing/2014/main" id="{F95D5BB5-C3A3-41D1-BBD6-49FB1A4E2481}"/>
              </a:ext>
            </a:extLst>
          </p:cNvPr>
          <p:cNvSpPr>
            <a:spLocks noGrp="1"/>
          </p:cNvSpPr>
          <p:nvPr>
            <p:ph type="title" hasCustomPrompt="1"/>
          </p:nvPr>
        </p:nvSpPr>
        <p:spPr>
          <a:xfrm>
            <a:off x="838200" y="20742"/>
            <a:ext cx="10515600" cy="1104674"/>
          </a:xfrm>
        </p:spPr>
        <p:txBody>
          <a:bodyPr/>
          <a:lstStyle>
            <a:lvl1pPr>
              <a:defRPr>
                <a:solidFill>
                  <a:srgbClr val="002060"/>
                </a:solidFill>
              </a:defRPr>
            </a:lvl1pPr>
          </a:lstStyle>
          <a:p>
            <a:r>
              <a:rPr lang="fr-FR" dirty="0"/>
              <a:t>Sommaire</a:t>
            </a:r>
            <a:endParaRPr lang="en-US" dirty="0"/>
          </a:p>
        </p:txBody>
      </p:sp>
    </p:spTree>
    <p:extLst>
      <p:ext uri="{BB962C8B-B14F-4D97-AF65-F5344CB8AC3E}">
        <p14:creationId xmlns:p14="http://schemas.microsoft.com/office/powerpoint/2010/main" val="28981997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Titre de section -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02DC6DC-D9F3-4099-BA90-5C7766137306}"/>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Graphique 8">
            <a:extLst>
              <a:ext uri="{FF2B5EF4-FFF2-40B4-BE49-F238E27FC236}">
                <a16:creationId xmlns:a16="http://schemas.microsoft.com/office/drawing/2014/main" id="{D16146C4-D4FA-4735-8D3D-42A826A5760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9855" y="5818354"/>
            <a:ext cx="5334001" cy="676763"/>
          </a:xfrm>
          <a:prstGeom prst="rect">
            <a:avLst/>
          </a:prstGeom>
        </p:spPr>
      </p:pic>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avec coins arrondis en diagonale 12">
            <a:extLst>
              <a:ext uri="{FF2B5EF4-FFF2-40B4-BE49-F238E27FC236}">
                <a16:creationId xmlns:a16="http://schemas.microsoft.com/office/drawing/2014/main" id="{BBF42F35-3317-48DE-912D-C9E65FA54847}"/>
              </a:ext>
            </a:extLst>
          </p:cNvPr>
          <p:cNvSpPr/>
          <p:nvPr userDrawn="1"/>
        </p:nvSpPr>
        <p:spPr>
          <a:xfrm>
            <a:off x="5012911" y="1434546"/>
            <a:ext cx="380725" cy="380725"/>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pic>
        <p:nvPicPr>
          <p:cNvPr id="18" name="Image 17">
            <a:extLst>
              <a:ext uri="{FF2B5EF4-FFF2-40B4-BE49-F238E27FC236}">
                <a16:creationId xmlns:a16="http://schemas.microsoft.com/office/drawing/2014/main" id="{1B120236-023C-403F-8477-5A9360CD0200}"/>
              </a:ext>
            </a:extLst>
          </p:cNvPr>
          <p:cNvPicPr>
            <a:picLocks noChangeAspect="1"/>
          </p:cNvPicPr>
          <p:nvPr userDrawn="1"/>
        </p:nvPicPr>
        <p:blipFill rotWithShape="1">
          <a:blip r:embed="rId4"/>
          <a:srcRect t="43736"/>
          <a:stretch/>
        </p:blipFill>
        <p:spPr>
          <a:xfrm>
            <a:off x="5547695" y="0"/>
            <a:ext cx="2286198" cy="1286302"/>
          </a:xfrm>
          <a:prstGeom prst="rect">
            <a:avLst/>
          </a:prstGeom>
        </p:spPr>
      </p:pic>
    </p:spTree>
    <p:extLst>
      <p:ext uri="{BB962C8B-B14F-4D97-AF65-F5344CB8AC3E}">
        <p14:creationId xmlns:p14="http://schemas.microsoft.com/office/powerpoint/2010/main" val="31143287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Titre de section - 2">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4A3C453-DCE2-4F3F-9EF3-92B8BC64FB1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951" r="14872"/>
          <a:stretch/>
        </p:blipFill>
        <p:spPr>
          <a:xfrm>
            <a:off x="-1" y="0"/>
            <a:ext cx="12191999"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13032774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Titre de section - 3">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BA3B8B4B-30A4-427E-8EE8-33519EBD91A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89"/>
          <a:stretch/>
        </p:blipFill>
        <p:spPr>
          <a:xfrm>
            <a:off x="0" y="-757"/>
            <a:ext cx="12192000" cy="6858757"/>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23389212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Titre de section - 4">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70DBA16-3FA7-45AC-B65C-937CD89715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109" r="10713"/>
          <a:stretch/>
        </p:blipFill>
        <p:spPr>
          <a:xfrm flipH="1">
            <a:off x="-2" y="0"/>
            <a:ext cx="12192002" cy="6858002"/>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20411698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Titre de section - 5">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B82FC89-3267-45E7-A1B3-71316CB625E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0" t="2932" b="12898"/>
          <a:stretch/>
        </p:blipFill>
        <p:spPr>
          <a:xfrm>
            <a:off x="-55145" y="-1"/>
            <a:ext cx="12247145" cy="68580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4186779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Titre de section - 6">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ECC49B47-A628-46A7-9A02-FD6E8255CB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87" t="3152" r="10970" b="23611"/>
          <a:stretch/>
        </p:blipFill>
        <p:spPr>
          <a:xfrm>
            <a:off x="-1" y="-1"/>
            <a:ext cx="12192001" cy="68580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6436832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Titre de section - 7">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A511FAF7-96E1-4B25-A83D-38D99345EF3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51" t="10260" r="6650" b="12181"/>
          <a:stretch/>
        </p:blipFill>
        <p:spPr>
          <a:xfrm>
            <a:off x="0" y="-1"/>
            <a:ext cx="12192000" cy="68580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2706434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Titre de section - 8">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71AC2D74-125C-4B1E-9C91-E7A9F74CFFE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5" t="17724" r="22202" b="16745"/>
          <a:stretch/>
        </p:blipFill>
        <p:spPr>
          <a:xfrm>
            <a:off x="0" y="0"/>
            <a:ext cx="12192000"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17588789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Titre de section - 9">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A642A103-57D6-4797-98FB-1B73A5A5AD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904" t="19187" b="17530"/>
          <a:stretch/>
        </p:blipFill>
        <p:spPr>
          <a:xfrm flipH="1">
            <a:off x="0" y="0"/>
            <a:ext cx="12192000"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410247142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Titre de section - 10">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62F1DFC9-82A8-4869-BB99-992D10CA30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 b="12967"/>
          <a:stretch/>
        </p:blipFill>
        <p:spPr>
          <a:xfrm>
            <a:off x="0" y="0"/>
            <a:ext cx="12192000"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140891110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ransition -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40990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1281752"/>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41552" y="4033697"/>
            <a:ext cx="1108896" cy="1141765"/>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532" y="140617"/>
            <a:ext cx="5334001" cy="676763"/>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838200" y="1910477"/>
            <a:ext cx="10515600" cy="1325563"/>
          </a:xfrm>
        </p:spPr>
        <p:txBody>
          <a:bodyPr/>
          <a:lstStyle>
            <a:lvl1pPr algn="ct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4201903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ransition - 2">
    <p:spTree>
      <p:nvGrpSpPr>
        <p:cNvPr id="1" name=""/>
        <p:cNvGrpSpPr/>
        <p:nvPr/>
      </p:nvGrpSpPr>
      <p:grpSpPr>
        <a:xfrm>
          <a:off x="0" y="0"/>
          <a:ext cx="0" cy="0"/>
          <a:chOff x="0" y="0"/>
          <a:chExt cx="0" cy="0"/>
        </a:xfrm>
      </p:grpSpPr>
      <p:pic>
        <p:nvPicPr>
          <p:cNvPr id="3" name="Image 2" descr="Une image contenant table&#10;&#10;Description générée automatiquement">
            <a:extLst>
              <a:ext uri="{FF2B5EF4-FFF2-40B4-BE49-F238E27FC236}">
                <a16:creationId xmlns:a16="http://schemas.microsoft.com/office/drawing/2014/main" id="{1875303D-9C94-4E71-9A37-001F6C9845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Image 7">
            <a:extLst>
              <a:ext uri="{FF2B5EF4-FFF2-40B4-BE49-F238E27FC236}">
                <a16:creationId xmlns:a16="http://schemas.microsoft.com/office/drawing/2014/main" id="{4E523264-687C-41A5-8A34-97D833F68C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541552" y="4033697"/>
            <a:ext cx="1108896" cy="1141765"/>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838200" y="1910477"/>
            <a:ext cx="10515600" cy="1325563"/>
          </a:xfrm>
        </p:spPr>
        <p:txBody>
          <a:bodyPr/>
          <a:lstStyle>
            <a:lvl1pPr algn="ct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10386740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ransition - 3">
    <p:spTree>
      <p:nvGrpSpPr>
        <p:cNvPr id="1" name=""/>
        <p:cNvGrpSpPr/>
        <p:nvPr/>
      </p:nvGrpSpPr>
      <p:grpSpPr>
        <a:xfrm>
          <a:off x="0" y="0"/>
          <a:ext cx="0" cy="0"/>
          <a:chOff x="0" y="0"/>
          <a:chExt cx="0" cy="0"/>
        </a:xfrm>
      </p:grpSpPr>
      <p:pic>
        <p:nvPicPr>
          <p:cNvPr id="4" name="Image 3" descr="Une image contenant table&#10;&#10;Description générée automatiquement">
            <a:extLst>
              <a:ext uri="{FF2B5EF4-FFF2-40B4-BE49-F238E27FC236}">
                <a16:creationId xmlns:a16="http://schemas.microsoft.com/office/drawing/2014/main" id="{946D0E47-04BF-40AB-AC82-EFF9F27C41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Image 8">
            <a:extLst>
              <a:ext uri="{FF2B5EF4-FFF2-40B4-BE49-F238E27FC236}">
                <a16:creationId xmlns:a16="http://schemas.microsoft.com/office/drawing/2014/main" id="{64FA7A75-5CCF-4C33-91B2-3AFDC1BB1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Image 2" descr="Une image contenant table&#10;&#10;Description générée automatiquement">
            <a:extLst>
              <a:ext uri="{FF2B5EF4-FFF2-40B4-BE49-F238E27FC236}">
                <a16:creationId xmlns:a16="http://schemas.microsoft.com/office/drawing/2014/main" id="{1875303D-9C94-4E71-9A37-001F6C9845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41552" y="4033697"/>
            <a:ext cx="1108896" cy="1141765"/>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838200" y="1910477"/>
            <a:ext cx="10515600" cy="1325563"/>
          </a:xfrm>
        </p:spPr>
        <p:txBody>
          <a:bodyPr/>
          <a:lstStyle>
            <a:lvl1pPr algn="ct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0218455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eux contacts - Image">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3" name="Image 2">
            <a:extLst>
              <a:ext uri="{FF2B5EF4-FFF2-40B4-BE49-F238E27FC236}">
                <a16:creationId xmlns:a16="http://schemas.microsoft.com/office/drawing/2014/main" id="{03B05C0D-F11A-4965-97B6-80A12C632636}"/>
              </a:ext>
            </a:extLst>
          </p:cNvPr>
          <p:cNvPicPr>
            <a:picLocks noChangeAspect="1"/>
          </p:cNvPicPr>
          <p:nvPr userDrawn="1"/>
        </p:nvPicPr>
        <p:blipFill rotWithShape="1">
          <a:blip r:embed="rId2"/>
          <a:srcRect l="11688" t="16944" r="3074" b="9811"/>
          <a:stretch/>
        </p:blipFill>
        <p:spPr>
          <a:xfrm>
            <a:off x="-1" y="-13397"/>
            <a:ext cx="12192001" cy="3399428"/>
          </a:xfrm>
          <a:prstGeom prst="rect">
            <a:avLst/>
          </a:prstGeom>
        </p:spPr>
      </p:pic>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171933"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172103"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171932"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267934"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268104"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267933"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343304" y="4055215"/>
            <a:ext cx="1631950" cy="1631950"/>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447241" y="4055215"/>
            <a:ext cx="1631950" cy="1631950"/>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Tree>
    <p:extLst>
      <p:ext uri="{BB962C8B-B14F-4D97-AF65-F5344CB8AC3E}">
        <p14:creationId xmlns:p14="http://schemas.microsoft.com/office/powerpoint/2010/main" val="29121804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eux contacts - Simpl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8FCD63A-1F5E-4A77-94EC-BB8A4A929C3E}"/>
              </a:ext>
            </a:extLst>
          </p:cNvPr>
          <p:cNvPicPr>
            <a:picLocks noChangeAspect="1"/>
          </p:cNvPicPr>
          <p:nvPr userDrawn="1"/>
        </p:nvPicPr>
        <p:blipFill rotWithShape="1">
          <a:blip r:embed="rId2"/>
          <a:srcRect l="6023" t="17770" r="3307" b="9015"/>
          <a:stretch/>
        </p:blipFill>
        <p:spPr>
          <a:xfrm>
            <a:off x="-2" y="-13398"/>
            <a:ext cx="12192001" cy="3399428"/>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171933"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172103"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171932"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267934"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268104"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267933"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343304" y="4055215"/>
            <a:ext cx="1631950" cy="1631950"/>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447241" y="4055215"/>
            <a:ext cx="1631950" cy="1631950"/>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21" name="Image 20">
            <a:extLst>
              <a:ext uri="{FF2B5EF4-FFF2-40B4-BE49-F238E27FC236}">
                <a16:creationId xmlns:a16="http://schemas.microsoft.com/office/drawing/2014/main" id="{A279F9FD-62E2-46C0-9738-82AF6EB16D2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50097"/>
          <a:stretch/>
        </p:blipFill>
        <p:spPr>
          <a:xfrm>
            <a:off x="-1" y="-4167394"/>
            <a:ext cx="12192000" cy="3422363"/>
          </a:xfrm>
          <a:prstGeom prst="rect">
            <a:avLst/>
          </a:prstGeom>
        </p:spPr>
      </p:pic>
      <p:sp>
        <p:nvSpPr>
          <p:cNvPr id="22" name="Rectangle : avec coins arrondis en diagonale 21">
            <a:extLst>
              <a:ext uri="{FF2B5EF4-FFF2-40B4-BE49-F238E27FC236}">
                <a16:creationId xmlns:a16="http://schemas.microsoft.com/office/drawing/2014/main" id="{4B365BDA-52A2-4F63-8587-ABBBE280F041}"/>
              </a:ext>
            </a:extLst>
          </p:cNvPr>
          <p:cNvSpPr/>
          <p:nvPr userDrawn="1"/>
        </p:nvSpPr>
        <p:spPr>
          <a:xfrm>
            <a:off x="-577991" y="-4778918"/>
            <a:ext cx="12974643" cy="4191082"/>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ADDC98DD-EC24-4B9C-9312-81609057637D}"/>
              </a:ext>
            </a:extLst>
          </p:cNvPr>
          <p:cNvSpPr/>
          <p:nvPr userDrawn="1"/>
        </p:nvSpPr>
        <p:spPr>
          <a:xfrm>
            <a:off x="11808821" y="3213462"/>
            <a:ext cx="378823" cy="215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Title 1">
            <a:extLst>
              <a:ext uri="{FF2B5EF4-FFF2-40B4-BE49-F238E27FC236}">
                <a16:creationId xmlns:a16="http://schemas.microsoft.com/office/drawing/2014/main" id="{357558AC-0558-46A2-948C-06C4A56D7663}"/>
              </a:ext>
            </a:extLst>
          </p:cNvPr>
          <p:cNvSpPr>
            <a:spLocks noGrp="1"/>
          </p:cNvSpPr>
          <p:nvPr>
            <p:ph type="title" hasCustomPrompt="1"/>
          </p:nvPr>
        </p:nvSpPr>
        <p:spPr>
          <a:xfrm>
            <a:off x="838200" y="20742"/>
            <a:ext cx="10515600" cy="1104674"/>
          </a:xfrm>
        </p:spPr>
        <p:txBody>
          <a:bodyPr/>
          <a:lstStyle>
            <a:lvl1pPr algn="ctr">
              <a:defRPr>
                <a:solidFill>
                  <a:schemeClr val="bg1"/>
                </a:solidFill>
              </a:defRPr>
            </a:lvl1pPr>
          </a:lstStyle>
          <a:p>
            <a:r>
              <a:rPr lang="fr-FR" dirty="0"/>
              <a:t>Contacts</a:t>
            </a:r>
            <a:endParaRPr lang="en-US" dirty="0"/>
          </a:p>
        </p:txBody>
      </p:sp>
    </p:spTree>
    <p:extLst>
      <p:ext uri="{BB962C8B-B14F-4D97-AF65-F5344CB8AC3E}">
        <p14:creationId xmlns:p14="http://schemas.microsoft.com/office/powerpoint/2010/main" val="21424905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atre contacts - Image">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3" name="Image 2">
            <a:extLst>
              <a:ext uri="{FF2B5EF4-FFF2-40B4-BE49-F238E27FC236}">
                <a16:creationId xmlns:a16="http://schemas.microsoft.com/office/drawing/2014/main" id="{03B05C0D-F11A-4965-97B6-80A12C632636}"/>
              </a:ext>
            </a:extLst>
          </p:cNvPr>
          <p:cNvPicPr>
            <a:picLocks noChangeAspect="1"/>
          </p:cNvPicPr>
          <p:nvPr userDrawn="1"/>
        </p:nvPicPr>
        <p:blipFill rotWithShape="1">
          <a:blip r:embed="rId2"/>
          <a:srcRect l="11688" t="25529" r="3074" b="9812"/>
          <a:stretch/>
        </p:blipFill>
        <p:spPr>
          <a:xfrm>
            <a:off x="-1" y="-13399"/>
            <a:ext cx="12192001" cy="3000939"/>
          </a:xfrm>
          <a:prstGeom prst="rect">
            <a:avLst/>
          </a:prstGeom>
        </p:spPr>
      </p:pic>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070479"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070649"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070478"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166480"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166650"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166479"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605075" y="3395455"/>
            <a:ext cx="1276490" cy="1276490"/>
          </a:xfrm>
        </p:spPr>
        <p:txBody>
          <a:bodyPr/>
          <a:lstStyle/>
          <a:p>
            <a:endParaRPr lang="fr-FR" dirty="0"/>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672359" y="3395455"/>
            <a:ext cx="1276490" cy="1276490"/>
          </a:xfrm>
        </p:spPr>
        <p:txBody>
          <a:bodyPr/>
          <a:lstStyle/>
          <a:p>
            <a:endParaRPr lang="fr-FR" dirty="0"/>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33" name="Espace réservé du texte 2">
            <a:extLst>
              <a:ext uri="{FF2B5EF4-FFF2-40B4-BE49-F238E27FC236}">
                <a16:creationId xmlns:a16="http://schemas.microsoft.com/office/drawing/2014/main" id="{B1374249-1500-4F24-8711-5903A6FE0E62}"/>
              </a:ext>
            </a:extLst>
          </p:cNvPr>
          <p:cNvSpPr>
            <a:spLocks noGrp="1"/>
          </p:cNvSpPr>
          <p:nvPr>
            <p:ph type="body" sz="quarter" idx="24" hasCustomPrompt="1"/>
          </p:nvPr>
        </p:nvSpPr>
        <p:spPr>
          <a:xfrm>
            <a:off x="2070479"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4" name="Espace réservé du texte 7">
            <a:extLst>
              <a:ext uri="{FF2B5EF4-FFF2-40B4-BE49-F238E27FC236}">
                <a16:creationId xmlns:a16="http://schemas.microsoft.com/office/drawing/2014/main" id="{4350BCF6-2BCF-4D5A-AF50-4FEA33B5A916}"/>
              </a:ext>
            </a:extLst>
          </p:cNvPr>
          <p:cNvSpPr>
            <a:spLocks noGrp="1"/>
          </p:cNvSpPr>
          <p:nvPr>
            <p:ph type="body" sz="quarter" idx="25" hasCustomPrompt="1"/>
          </p:nvPr>
        </p:nvSpPr>
        <p:spPr>
          <a:xfrm>
            <a:off x="2070649"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5" name="Espace réservé du texte 2">
            <a:extLst>
              <a:ext uri="{FF2B5EF4-FFF2-40B4-BE49-F238E27FC236}">
                <a16:creationId xmlns:a16="http://schemas.microsoft.com/office/drawing/2014/main" id="{EC68462F-C8AC-42F8-8533-DDFF4F811227}"/>
              </a:ext>
            </a:extLst>
          </p:cNvPr>
          <p:cNvSpPr>
            <a:spLocks noGrp="1"/>
          </p:cNvSpPr>
          <p:nvPr>
            <p:ph type="body" sz="quarter" idx="26" hasCustomPrompt="1"/>
          </p:nvPr>
        </p:nvSpPr>
        <p:spPr>
          <a:xfrm>
            <a:off x="2070478"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6" name="Espace réservé du texte 2">
            <a:extLst>
              <a:ext uri="{FF2B5EF4-FFF2-40B4-BE49-F238E27FC236}">
                <a16:creationId xmlns:a16="http://schemas.microsoft.com/office/drawing/2014/main" id="{81447CA9-FB5B-4187-8F4D-93B41DA3A967}"/>
              </a:ext>
            </a:extLst>
          </p:cNvPr>
          <p:cNvSpPr>
            <a:spLocks noGrp="1"/>
          </p:cNvSpPr>
          <p:nvPr>
            <p:ph type="body" sz="quarter" idx="27" hasCustomPrompt="1"/>
          </p:nvPr>
        </p:nvSpPr>
        <p:spPr>
          <a:xfrm>
            <a:off x="8166480"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7" name="Espace réservé du texte 7">
            <a:extLst>
              <a:ext uri="{FF2B5EF4-FFF2-40B4-BE49-F238E27FC236}">
                <a16:creationId xmlns:a16="http://schemas.microsoft.com/office/drawing/2014/main" id="{0F73E60B-42C2-4A34-ACC9-C7088B78525C}"/>
              </a:ext>
            </a:extLst>
          </p:cNvPr>
          <p:cNvSpPr>
            <a:spLocks noGrp="1"/>
          </p:cNvSpPr>
          <p:nvPr>
            <p:ph type="body" sz="quarter" idx="28" hasCustomPrompt="1"/>
          </p:nvPr>
        </p:nvSpPr>
        <p:spPr>
          <a:xfrm>
            <a:off x="8166650"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8" name="Espace réservé du texte 2">
            <a:extLst>
              <a:ext uri="{FF2B5EF4-FFF2-40B4-BE49-F238E27FC236}">
                <a16:creationId xmlns:a16="http://schemas.microsoft.com/office/drawing/2014/main" id="{49C3B38D-2793-42D0-BF50-D85E7583DF0C}"/>
              </a:ext>
            </a:extLst>
          </p:cNvPr>
          <p:cNvSpPr>
            <a:spLocks noGrp="1"/>
          </p:cNvSpPr>
          <p:nvPr>
            <p:ph type="body" sz="quarter" idx="29" hasCustomPrompt="1"/>
          </p:nvPr>
        </p:nvSpPr>
        <p:spPr>
          <a:xfrm>
            <a:off x="8166479"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9" name="Espace réservé pour une image  28">
            <a:extLst>
              <a:ext uri="{FF2B5EF4-FFF2-40B4-BE49-F238E27FC236}">
                <a16:creationId xmlns:a16="http://schemas.microsoft.com/office/drawing/2014/main" id="{025A7EE3-A293-4CE5-A296-6F6C0675A4D8}"/>
              </a:ext>
            </a:extLst>
          </p:cNvPr>
          <p:cNvSpPr>
            <a:spLocks noGrp="1"/>
          </p:cNvSpPr>
          <p:nvPr>
            <p:ph type="pic" sz="quarter" idx="30"/>
          </p:nvPr>
        </p:nvSpPr>
        <p:spPr>
          <a:xfrm>
            <a:off x="605075" y="4806133"/>
            <a:ext cx="1276490" cy="1276490"/>
          </a:xfrm>
        </p:spPr>
        <p:txBody>
          <a:bodyPr/>
          <a:lstStyle/>
          <a:p>
            <a:endParaRPr lang="fr-FR" dirty="0"/>
          </a:p>
        </p:txBody>
      </p:sp>
      <p:sp>
        <p:nvSpPr>
          <p:cNvPr id="40" name="Espace réservé pour une image  28">
            <a:extLst>
              <a:ext uri="{FF2B5EF4-FFF2-40B4-BE49-F238E27FC236}">
                <a16:creationId xmlns:a16="http://schemas.microsoft.com/office/drawing/2014/main" id="{58B8FE86-86C1-441B-A9E1-7F56F7FE16CD}"/>
              </a:ext>
            </a:extLst>
          </p:cNvPr>
          <p:cNvSpPr>
            <a:spLocks noGrp="1"/>
          </p:cNvSpPr>
          <p:nvPr>
            <p:ph type="pic" sz="quarter" idx="31"/>
          </p:nvPr>
        </p:nvSpPr>
        <p:spPr>
          <a:xfrm>
            <a:off x="6672359" y="4806133"/>
            <a:ext cx="1276490" cy="1276490"/>
          </a:xfrm>
        </p:spPr>
        <p:txBody>
          <a:bodyPr/>
          <a:lstStyle/>
          <a:p>
            <a:endParaRPr lang="fr-FR" dirty="0"/>
          </a:p>
        </p:txBody>
      </p:sp>
    </p:spTree>
    <p:extLst>
      <p:ext uri="{BB962C8B-B14F-4D97-AF65-F5344CB8AC3E}">
        <p14:creationId xmlns:p14="http://schemas.microsoft.com/office/powerpoint/2010/main" val="2543432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atre contacts - Simple">
    <p:spTree>
      <p:nvGrpSpPr>
        <p:cNvPr id="1" name=""/>
        <p:cNvGrpSpPr/>
        <p:nvPr/>
      </p:nvGrpSpPr>
      <p:grpSpPr>
        <a:xfrm>
          <a:off x="0" y="0"/>
          <a:ext cx="0" cy="0"/>
          <a:chOff x="0" y="0"/>
          <a:chExt cx="0" cy="0"/>
        </a:xfrm>
      </p:grpSpPr>
      <p:pic>
        <p:nvPicPr>
          <p:cNvPr id="32" name="Image 31">
            <a:extLst>
              <a:ext uri="{FF2B5EF4-FFF2-40B4-BE49-F238E27FC236}">
                <a16:creationId xmlns:a16="http://schemas.microsoft.com/office/drawing/2014/main" id="{3DFACCEE-0CE1-4E75-B770-B95542F71F9F}"/>
              </a:ext>
            </a:extLst>
          </p:cNvPr>
          <p:cNvPicPr>
            <a:picLocks noChangeAspect="1"/>
          </p:cNvPicPr>
          <p:nvPr userDrawn="1"/>
        </p:nvPicPr>
        <p:blipFill rotWithShape="1">
          <a:blip r:embed="rId2"/>
          <a:srcRect l="6023" t="26357" r="3307" b="9015"/>
          <a:stretch/>
        </p:blipFill>
        <p:spPr>
          <a:xfrm>
            <a:off x="-2" y="0"/>
            <a:ext cx="12192001" cy="300072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070479"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070649"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070478"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166480"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166650"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166479"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605075" y="3395455"/>
            <a:ext cx="1276490" cy="1276490"/>
          </a:xfrm>
        </p:spPr>
        <p:txBody>
          <a:bodyPr/>
          <a:lstStyle/>
          <a:p>
            <a:endParaRPr lang="fr-FR" dirty="0"/>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672359" y="3395455"/>
            <a:ext cx="1276490" cy="1276490"/>
          </a:xfrm>
        </p:spPr>
        <p:txBody>
          <a:bodyPr/>
          <a:lstStyle/>
          <a:p>
            <a:endParaRPr lang="fr-FR" dirty="0"/>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33" name="Espace réservé du texte 2">
            <a:extLst>
              <a:ext uri="{FF2B5EF4-FFF2-40B4-BE49-F238E27FC236}">
                <a16:creationId xmlns:a16="http://schemas.microsoft.com/office/drawing/2014/main" id="{B1374249-1500-4F24-8711-5903A6FE0E62}"/>
              </a:ext>
            </a:extLst>
          </p:cNvPr>
          <p:cNvSpPr>
            <a:spLocks noGrp="1"/>
          </p:cNvSpPr>
          <p:nvPr>
            <p:ph type="body" sz="quarter" idx="24" hasCustomPrompt="1"/>
          </p:nvPr>
        </p:nvSpPr>
        <p:spPr>
          <a:xfrm>
            <a:off x="2070479"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4" name="Espace réservé du texte 7">
            <a:extLst>
              <a:ext uri="{FF2B5EF4-FFF2-40B4-BE49-F238E27FC236}">
                <a16:creationId xmlns:a16="http://schemas.microsoft.com/office/drawing/2014/main" id="{4350BCF6-2BCF-4D5A-AF50-4FEA33B5A916}"/>
              </a:ext>
            </a:extLst>
          </p:cNvPr>
          <p:cNvSpPr>
            <a:spLocks noGrp="1"/>
          </p:cNvSpPr>
          <p:nvPr>
            <p:ph type="body" sz="quarter" idx="25" hasCustomPrompt="1"/>
          </p:nvPr>
        </p:nvSpPr>
        <p:spPr>
          <a:xfrm>
            <a:off x="2070649"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5" name="Espace réservé du texte 2">
            <a:extLst>
              <a:ext uri="{FF2B5EF4-FFF2-40B4-BE49-F238E27FC236}">
                <a16:creationId xmlns:a16="http://schemas.microsoft.com/office/drawing/2014/main" id="{EC68462F-C8AC-42F8-8533-DDFF4F811227}"/>
              </a:ext>
            </a:extLst>
          </p:cNvPr>
          <p:cNvSpPr>
            <a:spLocks noGrp="1"/>
          </p:cNvSpPr>
          <p:nvPr>
            <p:ph type="body" sz="quarter" idx="26" hasCustomPrompt="1"/>
          </p:nvPr>
        </p:nvSpPr>
        <p:spPr>
          <a:xfrm>
            <a:off x="2070478"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6" name="Espace réservé du texte 2">
            <a:extLst>
              <a:ext uri="{FF2B5EF4-FFF2-40B4-BE49-F238E27FC236}">
                <a16:creationId xmlns:a16="http://schemas.microsoft.com/office/drawing/2014/main" id="{81447CA9-FB5B-4187-8F4D-93B41DA3A967}"/>
              </a:ext>
            </a:extLst>
          </p:cNvPr>
          <p:cNvSpPr>
            <a:spLocks noGrp="1"/>
          </p:cNvSpPr>
          <p:nvPr>
            <p:ph type="body" sz="quarter" idx="27" hasCustomPrompt="1"/>
          </p:nvPr>
        </p:nvSpPr>
        <p:spPr>
          <a:xfrm>
            <a:off x="8166480"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7" name="Espace réservé du texte 7">
            <a:extLst>
              <a:ext uri="{FF2B5EF4-FFF2-40B4-BE49-F238E27FC236}">
                <a16:creationId xmlns:a16="http://schemas.microsoft.com/office/drawing/2014/main" id="{0F73E60B-42C2-4A34-ACC9-C7088B78525C}"/>
              </a:ext>
            </a:extLst>
          </p:cNvPr>
          <p:cNvSpPr>
            <a:spLocks noGrp="1"/>
          </p:cNvSpPr>
          <p:nvPr>
            <p:ph type="body" sz="quarter" idx="28" hasCustomPrompt="1"/>
          </p:nvPr>
        </p:nvSpPr>
        <p:spPr>
          <a:xfrm>
            <a:off x="8166650"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8" name="Espace réservé du texte 2">
            <a:extLst>
              <a:ext uri="{FF2B5EF4-FFF2-40B4-BE49-F238E27FC236}">
                <a16:creationId xmlns:a16="http://schemas.microsoft.com/office/drawing/2014/main" id="{49C3B38D-2793-42D0-BF50-D85E7583DF0C}"/>
              </a:ext>
            </a:extLst>
          </p:cNvPr>
          <p:cNvSpPr>
            <a:spLocks noGrp="1"/>
          </p:cNvSpPr>
          <p:nvPr>
            <p:ph type="body" sz="quarter" idx="29" hasCustomPrompt="1"/>
          </p:nvPr>
        </p:nvSpPr>
        <p:spPr>
          <a:xfrm>
            <a:off x="8166479"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9" name="Espace réservé pour une image  28">
            <a:extLst>
              <a:ext uri="{FF2B5EF4-FFF2-40B4-BE49-F238E27FC236}">
                <a16:creationId xmlns:a16="http://schemas.microsoft.com/office/drawing/2014/main" id="{025A7EE3-A293-4CE5-A296-6F6C0675A4D8}"/>
              </a:ext>
            </a:extLst>
          </p:cNvPr>
          <p:cNvSpPr>
            <a:spLocks noGrp="1"/>
          </p:cNvSpPr>
          <p:nvPr>
            <p:ph type="pic" sz="quarter" idx="30"/>
          </p:nvPr>
        </p:nvSpPr>
        <p:spPr>
          <a:xfrm>
            <a:off x="605075" y="4806133"/>
            <a:ext cx="1276490" cy="1276490"/>
          </a:xfrm>
        </p:spPr>
        <p:txBody>
          <a:bodyPr/>
          <a:lstStyle/>
          <a:p>
            <a:endParaRPr lang="fr-FR" dirty="0"/>
          </a:p>
        </p:txBody>
      </p:sp>
      <p:sp>
        <p:nvSpPr>
          <p:cNvPr id="40" name="Espace réservé pour une image  28">
            <a:extLst>
              <a:ext uri="{FF2B5EF4-FFF2-40B4-BE49-F238E27FC236}">
                <a16:creationId xmlns:a16="http://schemas.microsoft.com/office/drawing/2014/main" id="{58B8FE86-86C1-441B-A9E1-7F56F7FE16CD}"/>
              </a:ext>
            </a:extLst>
          </p:cNvPr>
          <p:cNvSpPr>
            <a:spLocks noGrp="1"/>
          </p:cNvSpPr>
          <p:nvPr>
            <p:ph type="pic" sz="quarter" idx="31"/>
          </p:nvPr>
        </p:nvSpPr>
        <p:spPr>
          <a:xfrm>
            <a:off x="6672359" y="4806133"/>
            <a:ext cx="1276490" cy="1276490"/>
          </a:xfrm>
        </p:spPr>
        <p:txBody>
          <a:bodyPr/>
          <a:lstStyle/>
          <a:p>
            <a:endParaRPr lang="fr-FR" dirty="0"/>
          </a:p>
        </p:txBody>
      </p:sp>
      <p:sp>
        <p:nvSpPr>
          <p:cNvPr id="41" name="Title 1">
            <a:extLst>
              <a:ext uri="{FF2B5EF4-FFF2-40B4-BE49-F238E27FC236}">
                <a16:creationId xmlns:a16="http://schemas.microsoft.com/office/drawing/2014/main" id="{A644C361-9B40-44F4-904B-8A81256A4547}"/>
              </a:ext>
            </a:extLst>
          </p:cNvPr>
          <p:cNvSpPr>
            <a:spLocks noGrp="1"/>
          </p:cNvSpPr>
          <p:nvPr>
            <p:ph type="title" hasCustomPrompt="1"/>
          </p:nvPr>
        </p:nvSpPr>
        <p:spPr>
          <a:xfrm>
            <a:off x="838200" y="20742"/>
            <a:ext cx="10515600" cy="1104674"/>
          </a:xfrm>
        </p:spPr>
        <p:txBody>
          <a:bodyPr/>
          <a:lstStyle>
            <a:lvl1pPr algn="ctr">
              <a:defRPr>
                <a:solidFill>
                  <a:schemeClr val="bg1"/>
                </a:solidFill>
              </a:defRPr>
            </a:lvl1pPr>
          </a:lstStyle>
          <a:p>
            <a:r>
              <a:rPr lang="fr-FR" dirty="0"/>
              <a:t>Contacts</a:t>
            </a:r>
            <a:endParaRPr lang="en-US" dirty="0"/>
          </a:p>
        </p:txBody>
      </p:sp>
    </p:spTree>
    <p:extLst>
      <p:ext uri="{BB962C8B-B14F-4D97-AF65-F5344CB8AC3E}">
        <p14:creationId xmlns:p14="http://schemas.microsoft.com/office/powerpoint/2010/main" val="21625215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40990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1281752"/>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Date Placeholder 3"/>
          <p:cNvSpPr>
            <a:spLocks noGrp="1"/>
          </p:cNvSpPr>
          <p:nvPr>
            <p:ph type="dt" sz="half" idx="10"/>
          </p:nvPr>
        </p:nvSpPr>
        <p:spPr/>
        <p:txBody>
          <a:bodyPr/>
          <a:lstStyle>
            <a:lvl1pPr>
              <a:defRPr>
                <a:solidFill>
                  <a:schemeClr val="bg1"/>
                </a:solidFill>
              </a:defRPr>
            </a:lvl1pPr>
          </a:lstStyle>
          <a:p>
            <a:fld id="{C49F77DB-28EA-41FA-80F6-1A44DFC872EC}" type="datetime1">
              <a:rPr lang="fr-FR" smtClean="0"/>
              <a:t>10/07/2025</a:t>
            </a:fld>
            <a:endParaRPr lang="fr-FR"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dirty="0"/>
          </a:p>
        </p:txBody>
      </p:sp>
      <p:pic>
        <p:nvPicPr>
          <p:cNvPr id="9" name="Image 8">
            <a:extLst>
              <a:ext uri="{FF2B5EF4-FFF2-40B4-BE49-F238E27FC236}">
                <a16:creationId xmlns:a16="http://schemas.microsoft.com/office/drawing/2014/main" id="{B016F367-151D-4D4E-8214-BE93B2BCED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2511" y="4223382"/>
            <a:ext cx="4346971" cy="1138702"/>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56446" y="1981734"/>
            <a:ext cx="1479100" cy="1522942"/>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32" y="140617"/>
            <a:ext cx="5334001" cy="676763"/>
          </a:xfrm>
          <a:prstGeom prst="rect">
            <a:avLst/>
          </a:prstGeom>
        </p:spPr>
      </p:pic>
    </p:spTree>
    <p:extLst>
      <p:ext uri="{BB962C8B-B14F-4D97-AF65-F5344CB8AC3E}">
        <p14:creationId xmlns:p14="http://schemas.microsoft.com/office/powerpoint/2010/main" val="2023579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in avec contacts">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9E8C5E56-7334-42BA-A593-C5C3A56AFA82}"/>
              </a:ext>
            </a:extLst>
          </p:cNvPr>
          <p:cNvGrpSpPr/>
          <p:nvPr userDrawn="1"/>
        </p:nvGrpSpPr>
        <p:grpSpPr>
          <a:xfrm>
            <a:off x="0" y="0"/>
            <a:ext cx="12192002" cy="6863776"/>
            <a:chOff x="0" y="0"/>
            <a:chExt cx="12192002" cy="6863776"/>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40990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1281752"/>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4" name="Date Placeholder 3"/>
          <p:cNvSpPr>
            <a:spLocks noGrp="1"/>
          </p:cNvSpPr>
          <p:nvPr>
            <p:ph type="dt" sz="half" idx="10"/>
          </p:nvPr>
        </p:nvSpPr>
        <p:spPr/>
        <p:txBody>
          <a:bodyPr/>
          <a:lstStyle>
            <a:lvl1pPr>
              <a:defRPr>
                <a:solidFill>
                  <a:schemeClr val="bg1"/>
                </a:solidFill>
              </a:defRPr>
            </a:lvl1pPr>
          </a:lstStyle>
          <a:p>
            <a:fld id="{C49F77DB-28EA-41FA-80F6-1A44DFC872EC}" type="datetime1">
              <a:rPr lang="fr-FR" smtClean="0"/>
              <a:t>10/07/2025</a:t>
            </a:fld>
            <a:endParaRPr lang="fr-FR"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dirty="0"/>
          </a:p>
        </p:txBody>
      </p:sp>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58027" y="4105059"/>
            <a:ext cx="1046744" cy="1077771"/>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532" y="140617"/>
            <a:ext cx="5334001" cy="676763"/>
          </a:xfrm>
          <a:prstGeom prst="rect">
            <a:avLst/>
          </a:prstGeom>
        </p:spPr>
      </p:pic>
      <p:sp>
        <p:nvSpPr>
          <p:cNvPr id="13" name="Title 1">
            <a:extLst>
              <a:ext uri="{FF2B5EF4-FFF2-40B4-BE49-F238E27FC236}">
                <a16:creationId xmlns:a16="http://schemas.microsoft.com/office/drawing/2014/main" id="{9972A763-34AA-49EC-9F35-37365344A32D}"/>
              </a:ext>
            </a:extLst>
          </p:cNvPr>
          <p:cNvSpPr>
            <a:spLocks noGrp="1"/>
          </p:cNvSpPr>
          <p:nvPr>
            <p:ph type="title" hasCustomPrompt="1"/>
          </p:nvPr>
        </p:nvSpPr>
        <p:spPr>
          <a:xfrm>
            <a:off x="942535" y="2045142"/>
            <a:ext cx="5334001" cy="1325563"/>
          </a:xfrm>
        </p:spPr>
        <p:txBody>
          <a:bodyPr/>
          <a:lstStyle>
            <a:lvl1pPr algn="ctr">
              <a:defRPr>
                <a:solidFill>
                  <a:schemeClr val="bg1"/>
                </a:solidFill>
              </a:defRPr>
            </a:lvl1pPr>
          </a:lstStyle>
          <a:p>
            <a:r>
              <a:rPr lang="fr-FR" dirty="0"/>
              <a:t>Merci !</a:t>
            </a:r>
            <a:endParaRPr lang="en-US" dirty="0"/>
          </a:p>
        </p:txBody>
      </p:sp>
      <p:sp>
        <p:nvSpPr>
          <p:cNvPr id="3" name="Espace réservé du texte 2">
            <a:extLst>
              <a:ext uri="{FF2B5EF4-FFF2-40B4-BE49-F238E27FC236}">
                <a16:creationId xmlns:a16="http://schemas.microsoft.com/office/drawing/2014/main" id="{BF70554F-1181-4E4E-A43E-47AEF948FE36}"/>
              </a:ext>
            </a:extLst>
          </p:cNvPr>
          <p:cNvSpPr>
            <a:spLocks noGrp="1"/>
          </p:cNvSpPr>
          <p:nvPr>
            <p:ph type="body" sz="quarter" idx="12" hasCustomPrompt="1"/>
          </p:nvPr>
        </p:nvSpPr>
        <p:spPr>
          <a:xfrm>
            <a:off x="8342143" y="1776436"/>
            <a:ext cx="3849858" cy="336038"/>
          </a:xfrm>
        </p:spPr>
        <p:txBody>
          <a:bodyPr anchor="ctr">
            <a:normAutofit/>
          </a:bodyPr>
          <a:lstStyle>
            <a:lvl1pPr marL="0" indent="0">
              <a:buNone/>
              <a:defRPr sz="1800">
                <a:solidFill>
                  <a:schemeClr val="bg1"/>
                </a:solidFill>
              </a:defRPr>
            </a:lvl1pPr>
          </a:lstStyle>
          <a:p>
            <a:pPr lvl="0"/>
            <a:r>
              <a:rPr lang="fr-FR" dirty="0"/>
              <a:t>Poste</a:t>
            </a:r>
          </a:p>
        </p:txBody>
      </p:sp>
      <p:sp>
        <p:nvSpPr>
          <p:cNvPr id="8" name="Espace réservé du texte 7">
            <a:extLst>
              <a:ext uri="{FF2B5EF4-FFF2-40B4-BE49-F238E27FC236}">
                <a16:creationId xmlns:a16="http://schemas.microsoft.com/office/drawing/2014/main" id="{183CD77E-4F26-4331-BAB4-15DC1E22B230}"/>
              </a:ext>
            </a:extLst>
          </p:cNvPr>
          <p:cNvSpPr>
            <a:spLocks noGrp="1"/>
          </p:cNvSpPr>
          <p:nvPr>
            <p:ph type="body" sz="quarter" idx="13" hasCustomPrompt="1"/>
          </p:nvPr>
        </p:nvSpPr>
        <p:spPr>
          <a:xfrm>
            <a:off x="8342313" y="1407552"/>
            <a:ext cx="3849687" cy="343403"/>
          </a:xfrm>
        </p:spPr>
        <p:txBody>
          <a:bodyPr anchor="ctr">
            <a:noAutofit/>
          </a:bodyPr>
          <a:lstStyle>
            <a:lvl1pPr marL="0" indent="0">
              <a:buNone/>
              <a:defRPr sz="2400">
                <a:solidFill>
                  <a:schemeClr val="bg1"/>
                </a:solidFill>
                <a:latin typeface="+mj-lt"/>
              </a:defRPr>
            </a:lvl1pPr>
          </a:lstStyle>
          <a:p>
            <a:pPr lvl="0"/>
            <a:r>
              <a:rPr lang="fr-FR" dirty="0"/>
              <a:t>Prénom NOM</a:t>
            </a:r>
          </a:p>
        </p:txBody>
      </p:sp>
      <p:sp>
        <p:nvSpPr>
          <p:cNvPr id="21" name="Espace réservé du texte 7">
            <a:extLst>
              <a:ext uri="{FF2B5EF4-FFF2-40B4-BE49-F238E27FC236}">
                <a16:creationId xmlns:a16="http://schemas.microsoft.com/office/drawing/2014/main" id="{82F23BCB-97AB-4C1D-A378-BE7741039AA9}"/>
              </a:ext>
            </a:extLst>
          </p:cNvPr>
          <p:cNvSpPr>
            <a:spLocks noGrp="1"/>
          </p:cNvSpPr>
          <p:nvPr>
            <p:ph type="body" sz="quarter" idx="15" hasCustomPrompt="1"/>
          </p:nvPr>
        </p:nvSpPr>
        <p:spPr>
          <a:xfrm>
            <a:off x="8368103" y="2966721"/>
            <a:ext cx="3849687" cy="343403"/>
          </a:xfrm>
        </p:spPr>
        <p:txBody>
          <a:bodyPr anchor="ctr">
            <a:noAutofit/>
          </a:bodyPr>
          <a:lstStyle>
            <a:lvl1pPr marL="0" indent="0">
              <a:buNone/>
              <a:defRPr sz="2400">
                <a:solidFill>
                  <a:schemeClr val="bg1"/>
                </a:solidFill>
                <a:latin typeface="+mj-lt"/>
              </a:defRPr>
            </a:lvl1pPr>
          </a:lstStyle>
          <a:p>
            <a:pPr lvl="0"/>
            <a:r>
              <a:rPr lang="fr-FR" dirty="0"/>
              <a:t>Prénom NOM</a:t>
            </a:r>
          </a:p>
        </p:txBody>
      </p:sp>
      <p:sp>
        <p:nvSpPr>
          <p:cNvPr id="23" name="Espace réservé du texte 7">
            <a:extLst>
              <a:ext uri="{FF2B5EF4-FFF2-40B4-BE49-F238E27FC236}">
                <a16:creationId xmlns:a16="http://schemas.microsoft.com/office/drawing/2014/main" id="{7429A49F-385C-4C59-969F-A187C3D86F79}"/>
              </a:ext>
            </a:extLst>
          </p:cNvPr>
          <p:cNvSpPr>
            <a:spLocks noGrp="1"/>
          </p:cNvSpPr>
          <p:nvPr>
            <p:ph type="body" sz="quarter" idx="17" hasCustomPrompt="1"/>
          </p:nvPr>
        </p:nvSpPr>
        <p:spPr>
          <a:xfrm>
            <a:off x="8367933" y="4525890"/>
            <a:ext cx="3849687" cy="343403"/>
          </a:xfrm>
        </p:spPr>
        <p:txBody>
          <a:bodyPr anchor="ctr">
            <a:noAutofit/>
          </a:bodyPr>
          <a:lstStyle>
            <a:lvl1pPr marL="0" indent="0">
              <a:buNone/>
              <a:defRPr sz="2400">
                <a:solidFill>
                  <a:schemeClr val="bg1"/>
                </a:solidFill>
                <a:latin typeface="+mj-lt"/>
              </a:defRPr>
            </a:lvl1pPr>
          </a:lstStyle>
          <a:p>
            <a:pPr lvl="0"/>
            <a:r>
              <a:rPr lang="fr-FR" dirty="0"/>
              <a:t>Prénom NOM</a:t>
            </a:r>
          </a:p>
        </p:txBody>
      </p:sp>
      <p:pic>
        <p:nvPicPr>
          <p:cNvPr id="30" name="Image 29">
            <a:extLst>
              <a:ext uri="{FF2B5EF4-FFF2-40B4-BE49-F238E27FC236}">
                <a16:creationId xmlns:a16="http://schemas.microsoft.com/office/drawing/2014/main" id="{421E7A2D-3B5E-470D-BAE2-AC60E2FDB352}"/>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47500" t="10051" r="48538" b="4205"/>
          <a:stretch/>
        </p:blipFill>
        <p:spPr>
          <a:xfrm>
            <a:off x="7465291" y="1430199"/>
            <a:ext cx="332935" cy="4053393"/>
          </a:xfrm>
          <a:prstGeom prst="rect">
            <a:avLst/>
          </a:prstGeom>
        </p:spPr>
      </p:pic>
      <p:sp>
        <p:nvSpPr>
          <p:cNvPr id="18" name="Espace réservé du texte 2">
            <a:extLst>
              <a:ext uri="{FF2B5EF4-FFF2-40B4-BE49-F238E27FC236}">
                <a16:creationId xmlns:a16="http://schemas.microsoft.com/office/drawing/2014/main" id="{D62446EE-6588-4308-8CAB-561EB4B5E970}"/>
              </a:ext>
            </a:extLst>
          </p:cNvPr>
          <p:cNvSpPr>
            <a:spLocks noGrp="1"/>
          </p:cNvSpPr>
          <p:nvPr>
            <p:ph type="body" sz="quarter" idx="18" hasCustomPrompt="1"/>
          </p:nvPr>
        </p:nvSpPr>
        <p:spPr>
          <a:xfrm>
            <a:off x="8342142" y="2112474"/>
            <a:ext cx="3849858" cy="336038"/>
          </a:xfrm>
        </p:spPr>
        <p:txBody>
          <a:bodyPr anchor="ctr">
            <a:noAutofit/>
          </a:bodyPr>
          <a:lstStyle>
            <a:lvl1pPr marL="0" indent="0">
              <a:buNone/>
              <a:defRPr sz="1800">
                <a:solidFill>
                  <a:schemeClr val="bg1"/>
                </a:solidFill>
              </a:defRPr>
            </a:lvl1pPr>
          </a:lstStyle>
          <a:p>
            <a:pPr lvl="0"/>
            <a:r>
              <a:rPr lang="fr-FR" dirty="0"/>
              <a:t>Adresse email</a:t>
            </a:r>
          </a:p>
        </p:txBody>
      </p:sp>
      <p:sp>
        <p:nvSpPr>
          <p:cNvPr id="19" name="Espace réservé du texte 2">
            <a:extLst>
              <a:ext uri="{FF2B5EF4-FFF2-40B4-BE49-F238E27FC236}">
                <a16:creationId xmlns:a16="http://schemas.microsoft.com/office/drawing/2014/main" id="{B5149DF6-D8FB-4B4A-B4FA-3E8F42A309A2}"/>
              </a:ext>
            </a:extLst>
          </p:cNvPr>
          <p:cNvSpPr>
            <a:spLocks noGrp="1"/>
          </p:cNvSpPr>
          <p:nvPr>
            <p:ph type="body" sz="quarter" idx="19" hasCustomPrompt="1"/>
          </p:nvPr>
        </p:nvSpPr>
        <p:spPr>
          <a:xfrm>
            <a:off x="8367764" y="3326815"/>
            <a:ext cx="3849858" cy="336038"/>
          </a:xfrm>
        </p:spPr>
        <p:txBody>
          <a:bodyPr anchor="ctr">
            <a:normAutofit/>
          </a:bodyPr>
          <a:lstStyle>
            <a:lvl1pPr marL="0" indent="0">
              <a:buNone/>
              <a:defRPr sz="1800">
                <a:solidFill>
                  <a:schemeClr val="bg1"/>
                </a:solidFill>
              </a:defRPr>
            </a:lvl1pPr>
          </a:lstStyle>
          <a:p>
            <a:pPr lvl="0"/>
            <a:r>
              <a:rPr lang="fr-FR" dirty="0"/>
              <a:t>Poste</a:t>
            </a:r>
          </a:p>
        </p:txBody>
      </p:sp>
      <p:sp>
        <p:nvSpPr>
          <p:cNvPr id="25" name="Espace réservé du texte 2">
            <a:extLst>
              <a:ext uri="{FF2B5EF4-FFF2-40B4-BE49-F238E27FC236}">
                <a16:creationId xmlns:a16="http://schemas.microsoft.com/office/drawing/2014/main" id="{4B404841-4C37-4019-BA28-EFDFBEF2AC33}"/>
              </a:ext>
            </a:extLst>
          </p:cNvPr>
          <p:cNvSpPr>
            <a:spLocks noGrp="1"/>
          </p:cNvSpPr>
          <p:nvPr>
            <p:ph type="body" sz="quarter" idx="20" hasCustomPrompt="1"/>
          </p:nvPr>
        </p:nvSpPr>
        <p:spPr>
          <a:xfrm>
            <a:off x="8367763" y="3662853"/>
            <a:ext cx="3849858" cy="336038"/>
          </a:xfrm>
        </p:spPr>
        <p:txBody>
          <a:bodyPr anchor="ctr">
            <a:noAutofit/>
          </a:bodyPr>
          <a:lstStyle>
            <a:lvl1pPr marL="0" indent="0">
              <a:buNone/>
              <a:defRPr sz="1800">
                <a:solidFill>
                  <a:schemeClr val="bg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C576CB9F-6FF8-4073-B40A-34E2596C85C1}"/>
              </a:ext>
            </a:extLst>
          </p:cNvPr>
          <p:cNvSpPr>
            <a:spLocks noGrp="1"/>
          </p:cNvSpPr>
          <p:nvPr>
            <p:ph type="body" sz="quarter" idx="21" hasCustomPrompt="1"/>
          </p:nvPr>
        </p:nvSpPr>
        <p:spPr>
          <a:xfrm>
            <a:off x="8367764" y="4874363"/>
            <a:ext cx="3849858" cy="336038"/>
          </a:xfrm>
        </p:spPr>
        <p:txBody>
          <a:bodyPr anchor="ctr">
            <a:normAutofit/>
          </a:bodyPr>
          <a:lstStyle>
            <a:lvl1pPr marL="0" indent="0">
              <a:buNone/>
              <a:defRPr sz="1800">
                <a:solidFill>
                  <a:schemeClr val="bg1"/>
                </a:solidFill>
              </a:defRPr>
            </a:lvl1pPr>
          </a:lstStyle>
          <a:p>
            <a:pPr lvl="0"/>
            <a:r>
              <a:rPr lang="fr-FR" dirty="0"/>
              <a:t>Poste</a:t>
            </a:r>
          </a:p>
        </p:txBody>
      </p:sp>
      <p:sp>
        <p:nvSpPr>
          <p:cNvPr id="28" name="Espace réservé du texte 2">
            <a:extLst>
              <a:ext uri="{FF2B5EF4-FFF2-40B4-BE49-F238E27FC236}">
                <a16:creationId xmlns:a16="http://schemas.microsoft.com/office/drawing/2014/main" id="{F2B719FE-4211-47DE-B508-BFF6ED9BF9C1}"/>
              </a:ext>
            </a:extLst>
          </p:cNvPr>
          <p:cNvSpPr>
            <a:spLocks noGrp="1"/>
          </p:cNvSpPr>
          <p:nvPr>
            <p:ph type="body" sz="quarter" idx="22" hasCustomPrompt="1"/>
          </p:nvPr>
        </p:nvSpPr>
        <p:spPr>
          <a:xfrm>
            <a:off x="8367763" y="5210401"/>
            <a:ext cx="3849858" cy="336038"/>
          </a:xfrm>
        </p:spPr>
        <p:txBody>
          <a:bodyPr anchor="ctr">
            <a:noAutofit/>
          </a:bodyPr>
          <a:lstStyle>
            <a:lvl1pPr marL="0" indent="0">
              <a:buNone/>
              <a:defRPr sz="1800">
                <a:solidFill>
                  <a:schemeClr val="bg1"/>
                </a:solidFill>
              </a:defRPr>
            </a:lvl1pPr>
          </a:lstStyle>
          <a:p>
            <a:pPr lvl="0"/>
            <a:r>
              <a:rPr lang="fr-FR" dirty="0"/>
              <a:t>Adresse email</a:t>
            </a:r>
          </a:p>
        </p:txBody>
      </p:sp>
    </p:spTree>
    <p:extLst>
      <p:ext uri="{BB962C8B-B14F-4D97-AF65-F5344CB8AC3E}">
        <p14:creationId xmlns:p14="http://schemas.microsoft.com/office/powerpoint/2010/main" val="12194874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E7EB12-65FC-643E-0176-52947BFA932E}"/>
              </a:ext>
            </a:extLst>
          </p:cNvPr>
          <p:cNvSpPr>
            <a:spLocks noGrp="1"/>
          </p:cNvSpPr>
          <p:nvPr>
            <p:ph type="sldNum" sz="quarter" idx="10"/>
          </p:nvPr>
        </p:nvSpPr>
        <p:spPr/>
        <p:txBody>
          <a:bodyPr/>
          <a:lstStyle/>
          <a:p>
            <a:fld id="{B1356FBF-028C-F74E-A7B4-9B8ED246DD1B}" type="slidenum">
              <a:rPr lang="en-US" smtClean="0"/>
              <a:pPr/>
              <a:t>‹N°›</a:t>
            </a:fld>
            <a:endParaRPr lang="en-US"/>
          </a:p>
        </p:txBody>
      </p:sp>
      <p:sp>
        <p:nvSpPr>
          <p:cNvPr id="4" name="Footer Placeholder 3">
            <a:extLst>
              <a:ext uri="{FF2B5EF4-FFF2-40B4-BE49-F238E27FC236}">
                <a16:creationId xmlns:a16="http://schemas.microsoft.com/office/drawing/2014/main" id="{21F17F31-F4C0-C97A-C10B-6C9854C006B5}"/>
              </a:ext>
            </a:extLst>
          </p:cNvPr>
          <p:cNvSpPr>
            <a:spLocks noGrp="1"/>
          </p:cNvSpPr>
          <p:nvPr>
            <p:ph type="ftr" sz="quarter" idx="11"/>
          </p:nvPr>
        </p:nvSpPr>
        <p:spPr/>
        <p:txBody>
          <a:bodyPr/>
          <a:lstStyle/>
          <a:p>
            <a:r>
              <a:rPr lang="en-US"/>
              <a:t>Microsoft Fabric</a:t>
            </a:r>
          </a:p>
        </p:txBody>
      </p:sp>
    </p:spTree>
    <p:extLst>
      <p:ext uri="{BB962C8B-B14F-4D97-AF65-F5344CB8AC3E}">
        <p14:creationId xmlns:p14="http://schemas.microsoft.com/office/powerpoint/2010/main" val="16177829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Title Only">
    <p:bg>
      <p:bgPr>
        <a:solidFill>
          <a:srgbClr val="FFFDF9"/>
        </a:solidFill>
        <a:effectLst/>
      </p:bgPr>
    </p:bg>
    <p:spTree>
      <p:nvGrpSpPr>
        <p:cNvPr id="1" name=""/>
        <p:cNvGrpSpPr/>
        <p:nvPr/>
      </p:nvGrpSpPr>
      <p:grpSpPr>
        <a:xfrm>
          <a:off x="0" y="0"/>
          <a:ext cx="0" cy="0"/>
          <a:chOff x="0" y="0"/>
          <a:chExt cx="0" cy="0"/>
        </a:xfrm>
      </p:grpSpPr>
      <p:pic>
        <p:nvPicPr>
          <p:cNvPr id="3" name="Picture 2" descr="A close up of a hexagon&#10;&#10;Description automatically generated">
            <a:extLst>
              <a:ext uri="{FF2B5EF4-FFF2-40B4-BE49-F238E27FC236}">
                <a16:creationId xmlns:a16="http://schemas.microsoft.com/office/drawing/2014/main" id="{8E137068-7BA3-6088-0C65-0CB23AC06398}"/>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1123409" y="5814699"/>
            <a:ext cx="868680" cy="796908"/>
          </a:xfrm>
          <a:prstGeom prst="rect">
            <a:avLst/>
          </a:prstGeom>
        </p:spPr>
      </p:pic>
      <p:sp>
        <p:nvSpPr>
          <p:cNvPr id="6" name="Footer Placeholder 5">
            <a:extLst>
              <a:ext uri="{FF2B5EF4-FFF2-40B4-BE49-F238E27FC236}">
                <a16:creationId xmlns:a16="http://schemas.microsoft.com/office/drawing/2014/main" id="{BBF18DD5-394A-4676-966A-43A5BAC6E006}"/>
              </a:ext>
            </a:extLst>
          </p:cNvPr>
          <p:cNvSpPr>
            <a:spLocks noGrp="1"/>
          </p:cNvSpPr>
          <p:nvPr>
            <p:ph type="ftr" sz="quarter" idx="10"/>
          </p:nvPr>
        </p:nvSpPr>
        <p:spPr/>
        <p:txBody>
          <a:bodyPr/>
          <a:lstStyle/>
          <a:p>
            <a:r>
              <a:rPr lang="en-US"/>
              <a:t>Microsoft Fabric</a:t>
            </a:r>
          </a:p>
        </p:txBody>
      </p:sp>
      <p:sp>
        <p:nvSpPr>
          <p:cNvPr id="7" name="Slide Number Placeholder 6">
            <a:extLst>
              <a:ext uri="{FF2B5EF4-FFF2-40B4-BE49-F238E27FC236}">
                <a16:creationId xmlns:a16="http://schemas.microsoft.com/office/drawing/2014/main" id="{2A399517-6D70-91AD-1227-F9D6955CDA7B}"/>
              </a:ext>
            </a:extLst>
          </p:cNvPr>
          <p:cNvSpPr>
            <a:spLocks noGrp="1"/>
          </p:cNvSpPr>
          <p:nvPr>
            <p:ph type="sldNum" sz="quarter" idx="11"/>
          </p:nvPr>
        </p:nvSpPr>
        <p:spPr/>
        <p:txBody>
          <a:bodyPr/>
          <a:lstStyle/>
          <a:p>
            <a:fld id="{B1356FBF-028C-F74E-A7B4-9B8ED246DD1B}" type="slidenum">
              <a:rPr lang="en-US" smtClean="0"/>
              <a:pPr/>
              <a:t>‹N°›</a:t>
            </a:fld>
            <a:endParaRPr lang="en-US"/>
          </a:p>
        </p:txBody>
      </p:sp>
      <p:sp>
        <p:nvSpPr>
          <p:cNvPr id="10" name="Title 9">
            <a:extLst>
              <a:ext uri="{FF2B5EF4-FFF2-40B4-BE49-F238E27FC236}">
                <a16:creationId xmlns:a16="http://schemas.microsoft.com/office/drawing/2014/main" id="{2536199F-AFBB-90E6-3138-4F79DE029AB5}"/>
              </a:ext>
            </a:extLst>
          </p:cNvPr>
          <p:cNvSpPr>
            <a:spLocks noGrp="1"/>
          </p:cNvSpPr>
          <p:nvPr>
            <p:ph type="title"/>
          </p:nvPr>
        </p:nvSpPr>
        <p:spPr>
          <a:xfrm>
            <a:off x="581025" y="365125"/>
            <a:ext cx="11029949" cy="549275"/>
          </a:xfrm>
        </p:spPr>
        <p:txBody>
          <a:bodyPr anchor="b">
            <a:noAutofit/>
          </a:bodyPr>
          <a:lstStyle/>
          <a:p>
            <a:r>
              <a:rPr lang="en-US"/>
              <a:t>Click to edit Master title style</a:t>
            </a:r>
          </a:p>
        </p:txBody>
      </p:sp>
    </p:spTree>
    <p:extLst>
      <p:ext uri="{BB962C8B-B14F-4D97-AF65-F5344CB8AC3E}">
        <p14:creationId xmlns:p14="http://schemas.microsoft.com/office/powerpoint/2010/main" val="681632096"/>
      </p:ext>
    </p:extLst>
  </p:cSld>
  <p:clrMapOvr>
    <a:masterClrMapping/>
  </p:clrMapOvr>
  <p:transition>
    <p:fade/>
  </p:transition>
  <p:extLst>
    <p:ext uri="{DCECCB84-F9BA-43D5-87BE-67443E8EF086}">
      <p15:sldGuideLst xmlns:p15="http://schemas.microsoft.com/office/powerpoint/2012/main">
        <p15:guide id="10" pos="1967">
          <p15:clr>
            <a:srgbClr val="A4A3A4"/>
          </p15:clr>
        </p15:guide>
        <p15:guide id="18" pos="4343">
          <p15:clr>
            <a:srgbClr val="A4A3A4"/>
          </p15:clr>
        </p15:guide>
        <p15:guide id="19" pos="4526">
          <p15:clr>
            <a:srgbClr val="A4A3A4"/>
          </p15:clr>
        </p15:guide>
        <p15:guide id="21" pos="5120">
          <p15:clr>
            <a:srgbClr val="A4A3A4"/>
          </p15:clr>
        </p15:guide>
        <p15:guide id="25" pos="6308">
          <p15:clr>
            <a:srgbClr val="A4A3A4"/>
          </p15:clr>
        </p15:guide>
        <p15:guide id="26" orient="horz" pos="924">
          <p15:clr>
            <a:srgbClr val="9FCC3B"/>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xpertime, Digital Success Partn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08DE0D6-341A-4E80-82A6-6C6740D222C3}"/>
              </a:ext>
            </a:extLst>
          </p:cNvPr>
          <p:cNvSpPr/>
          <p:nvPr userDrawn="1"/>
        </p:nvSpPr>
        <p:spPr>
          <a:xfrm>
            <a:off x="-1" y="0"/>
            <a:ext cx="12192001"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036986E4-1366-4474-A7A1-28DD4226496A}"/>
              </a:ext>
            </a:extLst>
          </p:cNvPr>
          <p:cNvSpPr/>
          <p:nvPr userDrawn="1"/>
        </p:nvSpPr>
        <p:spPr>
          <a:xfrm>
            <a:off x="0" y="-1"/>
            <a:ext cx="481958" cy="53166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8" name="Image 57">
            <a:extLst>
              <a:ext uri="{FF2B5EF4-FFF2-40B4-BE49-F238E27FC236}">
                <a16:creationId xmlns:a16="http://schemas.microsoft.com/office/drawing/2014/main" id="{F4766926-D96A-49F1-8917-6A276F3E8FB6}"/>
              </a:ext>
            </a:extLst>
          </p:cNvPr>
          <p:cNvPicPr>
            <a:picLocks noChangeAspect="1"/>
          </p:cNvPicPr>
          <p:nvPr userDrawn="1"/>
        </p:nvPicPr>
        <p:blipFill rotWithShape="1">
          <a:blip r:embed="rId2"/>
          <a:srcRect l="-183" t="107"/>
          <a:stretch/>
        </p:blipFill>
        <p:spPr>
          <a:xfrm>
            <a:off x="424708" y="-1"/>
            <a:ext cx="8349184" cy="5316602"/>
          </a:xfrm>
          <a:prstGeom prst="rect">
            <a:avLst/>
          </a:prstGeom>
        </p:spPr>
      </p:pic>
      <p:sp>
        <p:nvSpPr>
          <p:cNvPr id="35" name="ZoneTexte 34">
            <a:extLst>
              <a:ext uri="{FF2B5EF4-FFF2-40B4-BE49-F238E27FC236}">
                <a16:creationId xmlns:a16="http://schemas.microsoft.com/office/drawing/2014/main" id="{7ACFC1A1-A317-40D0-807D-E781CA5723FA}"/>
              </a:ext>
            </a:extLst>
          </p:cNvPr>
          <p:cNvSpPr txBox="1"/>
          <p:nvPr userDrawn="1"/>
        </p:nvSpPr>
        <p:spPr>
          <a:xfrm>
            <a:off x="838201" y="1637729"/>
            <a:ext cx="6855471" cy="2985433"/>
          </a:xfrm>
          <a:prstGeom prst="rect">
            <a:avLst/>
          </a:prstGeom>
          <a:noFill/>
        </p:spPr>
        <p:txBody>
          <a:bodyPr wrap="square" rtlCol="0">
            <a:spAutoFit/>
          </a:bodyPr>
          <a:lstStyle/>
          <a:p>
            <a:pPr marL="0" lvl="0" indent="0">
              <a:spcAft>
                <a:spcPts val="1200"/>
              </a:spcAft>
              <a:buFont typeface="+mj-lt"/>
              <a:buNone/>
              <a:tabLst>
                <a:tab pos="6275388" algn="l"/>
                <a:tab pos="7078663" algn="l"/>
              </a:tabLst>
            </a:pPr>
            <a:r>
              <a:rPr lang="fr-FR" sz="2400" dirty="0"/>
              <a:t>                      est une société de </a:t>
            </a:r>
            <a:r>
              <a:rPr lang="fr-FR" sz="2400" dirty="0">
                <a:latin typeface="+mj-lt"/>
              </a:rPr>
              <a:t>conseil</a:t>
            </a:r>
            <a:r>
              <a:rPr lang="fr-FR" sz="2400" dirty="0"/>
              <a:t> et d’</a:t>
            </a:r>
            <a:r>
              <a:rPr lang="fr-FR" sz="2400" dirty="0">
                <a:latin typeface="+mj-lt"/>
              </a:rPr>
              <a:t>expertise</a:t>
            </a:r>
            <a:r>
              <a:rPr lang="fr-FR" sz="2400" dirty="0"/>
              <a:t> dans la transformation digitale des entreprises.</a:t>
            </a:r>
          </a:p>
          <a:p>
            <a:pPr marL="0" lvl="0" indent="0">
              <a:spcAft>
                <a:spcPts val="1200"/>
              </a:spcAft>
              <a:buFont typeface="+mj-lt"/>
              <a:buNone/>
              <a:tabLst>
                <a:tab pos="6275388" algn="l"/>
                <a:tab pos="7078663" algn="l"/>
              </a:tabLst>
            </a:pPr>
            <a:endParaRPr lang="fr-FR" sz="2400" dirty="0"/>
          </a:p>
          <a:p>
            <a:pPr marL="0" lvl="0" indent="0">
              <a:spcAft>
                <a:spcPts val="1200"/>
              </a:spcAft>
              <a:buFont typeface="+mj-lt"/>
              <a:buNone/>
              <a:tabLst>
                <a:tab pos="6275388" algn="l"/>
                <a:tab pos="7078663" algn="l"/>
              </a:tabLst>
            </a:pPr>
            <a:r>
              <a:rPr lang="fr-FR" sz="2400" dirty="0"/>
              <a:t>Nous anticipons constamment les opportunités du marché pour implémenter des solutions performantes et adaptées à nos clients.</a:t>
            </a:r>
            <a:endParaRPr lang="en-US" sz="2400" dirty="0"/>
          </a:p>
        </p:txBody>
      </p:sp>
      <p:pic>
        <p:nvPicPr>
          <p:cNvPr id="43" name="Image 42">
            <a:extLst>
              <a:ext uri="{FF2B5EF4-FFF2-40B4-BE49-F238E27FC236}">
                <a16:creationId xmlns:a16="http://schemas.microsoft.com/office/drawing/2014/main" id="{0F8E1880-C573-4988-B26E-5D3ADFC54CD8}"/>
              </a:ext>
            </a:extLst>
          </p:cNvPr>
          <p:cNvPicPr>
            <a:picLocks noChangeAspect="1"/>
          </p:cNvPicPr>
          <p:nvPr userDrawn="1"/>
        </p:nvPicPr>
        <p:blipFill rotWithShape="1">
          <a:blip r:embed="rId3"/>
          <a:srcRect t="66056"/>
          <a:stretch/>
        </p:blipFill>
        <p:spPr>
          <a:xfrm>
            <a:off x="351321" y="-1"/>
            <a:ext cx="11840679" cy="1149355"/>
          </a:xfrm>
          <a:prstGeom prst="rect">
            <a:avLst/>
          </a:prstGeom>
        </p:spPr>
      </p:pic>
      <p:pic>
        <p:nvPicPr>
          <p:cNvPr id="11" name="Image 10">
            <a:extLst>
              <a:ext uri="{FF2B5EF4-FFF2-40B4-BE49-F238E27FC236}">
                <a16:creationId xmlns:a16="http://schemas.microsoft.com/office/drawing/2014/main" id="{2307E81B-ACCE-4D77-A9C6-2701FCF22F1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784" y="6273713"/>
            <a:ext cx="481958"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3" name="Image 2">
            <a:extLst>
              <a:ext uri="{FF2B5EF4-FFF2-40B4-BE49-F238E27FC236}">
                <a16:creationId xmlns:a16="http://schemas.microsoft.com/office/drawing/2014/main" id="{DBAB7574-AAA4-4557-9539-D8EB27E5494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b="26262"/>
          <a:stretch/>
        </p:blipFill>
        <p:spPr>
          <a:xfrm>
            <a:off x="987916" y="1725204"/>
            <a:ext cx="1635412" cy="315891"/>
          </a:xfrm>
          <a:prstGeom prst="rect">
            <a:avLst/>
          </a:prstGeom>
        </p:spPr>
      </p:pic>
      <p:sp>
        <p:nvSpPr>
          <p:cNvPr id="31" name="ZoneTexte 30">
            <a:extLst>
              <a:ext uri="{FF2B5EF4-FFF2-40B4-BE49-F238E27FC236}">
                <a16:creationId xmlns:a16="http://schemas.microsoft.com/office/drawing/2014/main" id="{6E260B1F-12BE-4164-977E-A3A5D0A88C13}"/>
              </a:ext>
            </a:extLst>
          </p:cNvPr>
          <p:cNvSpPr txBox="1"/>
          <p:nvPr userDrawn="1"/>
        </p:nvSpPr>
        <p:spPr>
          <a:xfrm>
            <a:off x="1201821" y="5512409"/>
            <a:ext cx="1305911" cy="830997"/>
          </a:xfrm>
          <a:prstGeom prst="rect">
            <a:avLst/>
          </a:prstGeom>
          <a:noFill/>
        </p:spPr>
        <p:txBody>
          <a:bodyPr wrap="square">
            <a:spAutoFit/>
          </a:bodyPr>
          <a:lstStyle/>
          <a:p>
            <a:pPr algn="ctr"/>
            <a:r>
              <a:rPr lang="fr-FR" sz="4800" b="0" i="0" u="none" strike="noStrike" dirty="0">
                <a:solidFill>
                  <a:schemeClr val="bg1"/>
                </a:solidFill>
                <a:effectLst/>
                <a:latin typeface="+mj-lt"/>
              </a:rPr>
              <a:t>180</a:t>
            </a:r>
            <a:endParaRPr lang="fr-FR" sz="4800" dirty="0">
              <a:solidFill>
                <a:schemeClr val="bg1"/>
              </a:solidFill>
              <a:latin typeface="+mj-lt"/>
            </a:endParaRPr>
          </a:p>
        </p:txBody>
      </p:sp>
      <p:sp>
        <p:nvSpPr>
          <p:cNvPr id="32" name="ZoneTexte 31">
            <a:extLst>
              <a:ext uri="{FF2B5EF4-FFF2-40B4-BE49-F238E27FC236}">
                <a16:creationId xmlns:a16="http://schemas.microsoft.com/office/drawing/2014/main" id="{9FD83BD0-9F63-4F6C-9299-BACC9AFDECBC}"/>
              </a:ext>
            </a:extLst>
          </p:cNvPr>
          <p:cNvSpPr txBox="1"/>
          <p:nvPr userDrawn="1"/>
        </p:nvSpPr>
        <p:spPr>
          <a:xfrm>
            <a:off x="3753583" y="5512409"/>
            <a:ext cx="1305911" cy="830997"/>
          </a:xfrm>
          <a:prstGeom prst="rect">
            <a:avLst/>
          </a:prstGeom>
          <a:noFill/>
        </p:spPr>
        <p:txBody>
          <a:bodyPr wrap="square">
            <a:spAutoFit/>
          </a:bodyPr>
          <a:lstStyle/>
          <a:p>
            <a:pPr algn="ctr"/>
            <a:r>
              <a:rPr lang="fr-FR" sz="4800" b="0" i="0" u="none" strike="noStrike" dirty="0">
                <a:solidFill>
                  <a:schemeClr val="bg1"/>
                </a:solidFill>
                <a:effectLst/>
                <a:latin typeface="+mj-lt"/>
              </a:rPr>
              <a:t>18</a:t>
            </a:r>
            <a:endParaRPr lang="fr-FR" sz="4800" dirty="0">
              <a:solidFill>
                <a:schemeClr val="bg1"/>
              </a:solidFill>
              <a:latin typeface="+mj-lt"/>
            </a:endParaRPr>
          </a:p>
        </p:txBody>
      </p:sp>
      <p:sp>
        <p:nvSpPr>
          <p:cNvPr id="33" name="ZoneTexte 32">
            <a:extLst>
              <a:ext uri="{FF2B5EF4-FFF2-40B4-BE49-F238E27FC236}">
                <a16:creationId xmlns:a16="http://schemas.microsoft.com/office/drawing/2014/main" id="{3C623CE4-C262-410E-A57A-9EA70ADDC163}"/>
              </a:ext>
            </a:extLst>
          </p:cNvPr>
          <p:cNvSpPr txBox="1"/>
          <p:nvPr userDrawn="1"/>
        </p:nvSpPr>
        <p:spPr>
          <a:xfrm>
            <a:off x="6085528" y="5512409"/>
            <a:ext cx="2060027" cy="830997"/>
          </a:xfrm>
          <a:prstGeom prst="rect">
            <a:avLst/>
          </a:prstGeom>
          <a:noFill/>
        </p:spPr>
        <p:txBody>
          <a:bodyPr wrap="square">
            <a:spAutoFit/>
          </a:bodyPr>
          <a:lstStyle/>
          <a:p>
            <a:pPr algn="ctr"/>
            <a:r>
              <a:rPr lang="fr-FR" sz="4800" b="0" i="0" u="none" strike="noStrike" dirty="0">
                <a:solidFill>
                  <a:schemeClr val="bg1"/>
                </a:solidFill>
                <a:effectLst/>
                <a:latin typeface="+mj-lt"/>
              </a:rPr>
              <a:t>19 M€</a:t>
            </a:r>
            <a:endParaRPr lang="fr-FR" sz="4800" dirty="0">
              <a:solidFill>
                <a:schemeClr val="bg1"/>
              </a:solidFill>
              <a:latin typeface="+mj-lt"/>
            </a:endParaRPr>
          </a:p>
        </p:txBody>
      </p:sp>
      <p:sp>
        <p:nvSpPr>
          <p:cNvPr id="37" name="ZoneTexte 36">
            <a:extLst>
              <a:ext uri="{FF2B5EF4-FFF2-40B4-BE49-F238E27FC236}">
                <a16:creationId xmlns:a16="http://schemas.microsoft.com/office/drawing/2014/main" id="{EACB8143-E44D-44E2-8F52-5F3DBDBB4E79}"/>
              </a:ext>
            </a:extLst>
          </p:cNvPr>
          <p:cNvSpPr txBox="1"/>
          <p:nvPr userDrawn="1"/>
        </p:nvSpPr>
        <p:spPr>
          <a:xfrm>
            <a:off x="711405" y="6195815"/>
            <a:ext cx="2287744"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collaborateurs</a:t>
            </a:r>
            <a:endParaRPr lang="en-US" sz="2000" dirty="0">
              <a:solidFill>
                <a:schemeClr val="bg1"/>
              </a:solidFill>
            </a:endParaRPr>
          </a:p>
        </p:txBody>
      </p:sp>
      <p:sp>
        <p:nvSpPr>
          <p:cNvPr id="39" name="ZoneTexte 38">
            <a:extLst>
              <a:ext uri="{FF2B5EF4-FFF2-40B4-BE49-F238E27FC236}">
                <a16:creationId xmlns:a16="http://schemas.microsoft.com/office/drawing/2014/main" id="{213004D2-2865-4C47-97EB-EB870C9DFF23}"/>
              </a:ext>
            </a:extLst>
          </p:cNvPr>
          <p:cNvSpPr txBox="1"/>
          <p:nvPr userDrawn="1"/>
        </p:nvSpPr>
        <p:spPr>
          <a:xfrm>
            <a:off x="3262667" y="6195815"/>
            <a:ext cx="2287744"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années d’existence</a:t>
            </a:r>
            <a:endParaRPr lang="en-US" sz="2000" dirty="0">
              <a:solidFill>
                <a:schemeClr val="bg1"/>
              </a:solidFill>
            </a:endParaRPr>
          </a:p>
        </p:txBody>
      </p:sp>
      <p:sp>
        <p:nvSpPr>
          <p:cNvPr id="40" name="ZoneTexte 39">
            <a:extLst>
              <a:ext uri="{FF2B5EF4-FFF2-40B4-BE49-F238E27FC236}">
                <a16:creationId xmlns:a16="http://schemas.microsoft.com/office/drawing/2014/main" id="{898A3861-658E-457B-B494-062C785EFB1C}"/>
              </a:ext>
            </a:extLst>
          </p:cNvPr>
          <p:cNvSpPr txBox="1"/>
          <p:nvPr userDrawn="1"/>
        </p:nvSpPr>
        <p:spPr>
          <a:xfrm>
            <a:off x="5901222" y="6195816"/>
            <a:ext cx="2476056"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de chiffre d’affaires</a:t>
            </a:r>
            <a:endParaRPr lang="en-US" sz="2000" dirty="0">
              <a:solidFill>
                <a:schemeClr val="bg1"/>
              </a:solidFill>
            </a:endParaRPr>
          </a:p>
        </p:txBody>
      </p:sp>
      <p:sp>
        <p:nvSpPr>
          <p:cNvPr id="57" name="ZoneTexte 56">
            <a:extLst>
              <a:ext uri="{FF2B5EF4-FFF2-40B4-BE49-F238E27FC236}">
                <a16:creationId xmlns:a16="http://schemas.microsoft.com/office/drawing/2014/main" id="{6C420C30-78E6-4B06-832B-680FD9FB28BD}"/>
              </a:ext>
            </a:extLst>
          </p:cNvPr>
          <p:cNvSpPr txBox="1"/>
          <p:nvPr userDrawn="1"/>
        </p:nvSpPr>
        <p:spPr>
          <a:xfrm>
            <a:off x="8828607" y="1466279"/>
            <a:ext cx="3326869"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En France et dans le monde</a:t>
            </a:r>
            <a:endParaRPr lang="en-US" sz="2000" dirty="0">
              <a:solidFill>
                <a:schemeClr val="bg1"/>
              </a:solidFill>
            </a:endParaRPr>
          </a:p>
        </p:txBody>
      </p:sp>
      <p:sp>
        <p:nvSpPr>
          <p:cNvPr id="59" name="ZoneTexte 58">
            <a:extLst>
              <a:ext uri="{FF2B5EF4-FFF2-40B4-BE49-F238E27FC236}">
                <a16:creationId xmlns:a16="http://schemas.microsoft.com/office/drawing/2014/main" id="{1C8B6506-6903-4CCB-A59A-7652B9C760B2}"/>
              </a:ext>
            </a:extLst>
          </p:cNvPr>
          <p:cNvSpPr txBox="1"/>
          <p:nvPr userDrawn="1"/>
        </p:nvSpPr>
        <p:spPr>
          <a:xfrm>
            <a:off x="838197" y="143876"/>
            <a:ext cx="10515606" cy="769441"/>
          </a:xfrm>
          <a:prstGeom prst="rect">
            <a:avLst/>
          </a:prstGeom>
          <a:noFill/>
        </p:spPr>
        <p:txBody>
          <a:bodyPr wrap="square" rtlCol="0" anchor="ctr">
            <a:spAutoFit/>
          </a:bodyPr>
          <a:lstStyle/>
          <a:p>
            <a:r>
              <a:rPr lang="fr-FR" sz="4400" dirty="0" err="1">
                <a:solidFill>
                  <a:schemeClr val="bg1"/>
                </a:solidFill>
                <a:latin typeface="+mj-lt"/>
              </a:rPr>
              <a:t>Expertime</a:t>
            </a:r>
            <a:r>
              <a:rPr lang="fr-FR" sz="4400" dirty="0">
                <a:solidFill>
                  <a:schemeClr val="bg1"/>
                </a:solidFill>
                <a:latin typeface="+mj-lt"/>
              </a:rPr>
              <a:t>, Digital </a:t>
            </a:r>
            <a:r>
              <a:rPr lang="fr-FR" sz="4400" dirty="0" err="1">
                <a:solidFill>
                  <a:schemeClr val="bg1"/>
                </a:solidFill>
                <a:latin typeface="+mj-lt"/>
              </a:rPr>
              <a:t>Success</a:t>
            </a:r>
            <a:r>
              <a:rPr lang="fr-FR" sz="4400" dirty="0">
                <a:solidFill>
                  <a:schemeClr val="bg1"/>
                </a:solidFill>
                <a:latin typeface="+mj-lt"/>
              </a:rPr>
              <a:t> Partner</a:t>
            </a:r>
          </a:p>
        </p:txBody>
      </p:sp>
      <p:grpSp>
        <p:nvGrpSpPr>
          <p:cNvPr id="69" name="Groupe 68">
            <a:extLst>
              <a:ext uri="{FF2B5EF4-FFF2-40B4-BE49-F238E27FC236}">
                <a16:creationId xmlns:a16="http://schemas.microsoft.com/office/drawing/2014/main" id="{0746636A-5964-4FC5-A5BE-95828657EF86}"/>
              </a:ext>
            </a:extLst>
          </p:cNvPr>
          <p:cNvGrpSpPr/>
          <p:nvPr userDrawn="1"/>
        </p:nvGrpSpPr>
        <p:grpSpPr>
          <a:xfrm>
            <a:off x="9113155" y="2100403"/>
            <a:ext cx="2732527" cy="2585933"/>
            <a:chOff x="9167373" y="2100403"/>
            <a:chExt cx="2732527" cy="2585933"/>
          </a:xfrm>
        </p:grpSpPr>
        <p:pic>
          <p:nvPicPr>
            <p:cNvPr id="12" name="Image 11" descr="Une image contenant carte&#10;&#10;Description générée automatiquement">
              <a:extLst>
                <a:ext uri="{FF2B5EF4-FFF2-40B4-BE49-F238E27FC236}">
                  <a16:creationId xmlns:a16="http://schemas.microsoft.com/office/drawing/2014/main" id="{D1D203EC-222A-44A4-BFDF-2E68FB0B44C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167373" y="2100403"/>
              <a:ext cx="2732527" cy="2585933"/>
            </a:xfrm>
            <a:prstGeom prst="rect">
              <a:avLst/>
            </a:prstGeom>
            <a:effectLst>
              <a:outerShdw blurRad="50800" dist="38100" dir="5400000" algn="t" rotWithShape="0">
                <a:prstClr val="black">
                  <a:alpha val="40000"/>
                </a:prstClr>
              </a:outerShdw>
            </a:effectLst>
          </p:spPr>
        </p:pic>
        <p:pic>
          <p:nvPicPr>
            <p:cNvPr id="17" name="Image 16">
              <a:extLst>
                <a:ext uri="{FF2B5EF4-FFF2-40B4-BE49-F238E27FC236}">
                  <a16:creationId xmlns:a16="http://schemas.microsoft.com/office/drawing/2014/main" id="{3A9BBC10-3006-4A60-A2BD-F84DE41BC40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389467" y="2550421"/>
              <a:ext cx="90950" cy="173099"/>
            </a:xfrm>
            <a:prstGeom prst="rect">
              <a:avLst/>
            </a:prstGeom>
            <a:effectLst>
              <a:outerShdw blurRad="50800" dist="38100" dir="5400000" algn="t" rotWithShape="0">
                <a:prstClr val="black">
                  <a:alpha val="40000"/>
                </a:prstClr>
              </a:outerShdw>
            </a:effectLst>
          </p:spPr>
        </p:pic>
        <p:pic>
          <p:nvPicPr>
            <p:cNvPr id="41" name="Image 40">
              <a:extLst>
                <a:ext uri="{FF2B5EF4-FFF2-40B4-BE49-F238E27FC236}">
                  <a16:creationId xmlns:a16="http://schemas.microsoft.com/office/drawing/2014/main" id="{D9F1C65C-6B55-4E95-952E-0B453AACC73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699189" y="2971760"/>
              <a:ext cx="90950" cy="173099"/>
            </a:xfrm>
            <a:prstGeom prst="rect">
              <a:avLst/>
            </a:prstGeom>
            <a:effectLst>
              <a:outerShdw blurRad="50800" dist="38100" dir="5400000" algn="t" rotWithShape="0">
                <a:prstClr val="black">
                  <a:alpha val="40000"/>
                </a:prstClr>
              </a:outerShdw>
            </a:effectLst>
          </p:spPr>
        </p:pic>
        <p:pic>
          <p:nvPicPr>
            <p:cNvPr id="44" name="Image 43">
              <a:extLst>
                <a:ext uri="{FF2B5EF4-FFF2-40B4-BE49-F238E27FC236}">
                  <a16:creationId xmlns:a16="http://schemas.microsoft.com/office/drawing/2014/main" id="{F4063F74-56CB-4695-A221-356BA39D7A1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873564" y="3375170"/>
              <a:ext cx="90950" cy="173099"/>
            </a:xfrm>
            <a:prstGeom prst="rect">
              <a:avLst/>
            </a:prstGeom>
            <a:effectLst>
              <a:outerShdw blurRad="50800" dist="38100" dir="5400000" algn="t" rotWithShape="0">
                <a:prstClr val="black">
                  <a:alpha val="40000"/>
                </a:prstClr>
              </a:outerShdw>
            </a:effectLst>
          </p:spPr>
        </p:pic>
      </p:grpSp>
      <p:grpSp>
        <p:nvGrpSpPr>
          <p:cNvPr id="73" name="Groupe 72">
            <a:extLst>
              <a:ext uri="{FF2B5EF4-FFF2-40B4-BE49-F238E27FC236}">
                <a16:creationId xmlns:a16="http://schemas.microsoft.com/office/drawing/2014/main" id="{72721C36-4DA1-4F64-8835-EDACC4FA154F}"/>
              </a:ext>
            </a:extLst>
          </p:cNvPr>
          <p:cNvGrpSpPr/>
          <p:nvPr userDrawn="1"/>
        </p:nvGrpSpPr>
        <p:grpSpPr>
          <a:xfrm>
            <a:off x="9693912" y="4997992"/>
            <a:ext cx="1605535" cy="1601828"/>
            <a:chOff x="9673816" y="4847057"/>
            <a:chExt cx="1605535" cy="1601828"/>
          </a:xfrm>
        </p:grpSpPr>
        <p:pic>
          <p:nvPicPr>
            <p:cNvPr id="52" name="Image 51" descr="Une image contenant silhouette, ciel nocturne&#10;&#10;Description générée automatiquement">
              <a:extLst>
                <a:ext uri="{FF2B5EF4-FFF2-40B4-BE49-F238E27FC236}">
                  <a16:creationId xmlns:a16="http://schemas.microsoft.com/office/drawing/2014/main" id="{E1AEC190-99F4-4F0F-A922-481855654B4D}"/>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50577" t="12360" r="27381" b="21897"/>
            <a:stretch/>
          </p:blipFill>
          <p:spPr>
            <a:xfrm>
              <a:off x="9673816" y="4847057"/>
              <a:ext cx="1605535" cy="1601828"/>
            </a:xfrm>
            <a:prstGeom prst="rect">
              <a:avLst/>
            </a:prstGeom>
            <a:effectLst>
              <a:outerShdw blurRad="50800" dist="38100" dir="5400000" algn="t" rotWithShape="0">
                <a:prstClr val="black">
                  <a:alpha val="40000"/>
                </a:prstClr>
              </a:outerShdw>
            </a:effectLst>
          </p:spPr>
        </p:pic>
        <p:pic>
          <p:nvPicPr>
            <p:cNvPr id="45" name="Image 44">
              <a:extLst>
                <a:ext uri="{FF2B5EF4-FFF2-40B4-BE49-F238E27FC236}">
                  <a16:creationId xmlns:a16="http://schemas.microsoft.com/office/drawing/2014/main" id="{8889FEE3-4BFB-4CE0-9D93-BD9F659405B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525010" y="5447083"/>
              <a:ext cx="90950" cy="173099"/>
            </a:xfrm>
            <a:prstGeom prst="rect">
              <a:avLst/>
            </a:prstGeom>
            <a:effectLst>
              <a:outerShdw blurRad="50800" dist="38100" dir="5400000" algn="t" rotWithShape="0">
                <a:prstClr val="black">
                  <a:alpha val="40000"/>
                </a:prstClr>
              </a:outerShdw>
            </a:effectLst>
          </p:spPr>
        </p:pic>
      </p:grpSp>
      <p:sp>
        <p:nvSpPr>
          <p:cNvPr id="19" name="Rectangle 18">
            <a:extLst>
              <a:ext uri="{FF2B5EF4-FFF2-40B4-BE49-F238E27FC236}">
                <a16:creationId xmlns:a16="http://schemas.microsoft.com/office/drawing/2014/main" id="{0CC724CC-0B13-4555-9D59-319268B602C1}"/>
              </a:ext>
            </a:extLst>
          </p:cNvPr>
          <p:cNvSpPr/>
          <p:nvPr userDrawn="1"/>
        </p:nvSpPr>
        <p:spPr>
          <a:xfrm>
            <a:off x="10807680" y="2027110"/>
            <a:ext cx="786094"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Île-de-France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21" name="Connecteur droit 20">
            <a:extLst>
              <a:ext uri="{FF2B5EF4-FFF2-40B4-BE49-F238E27FC236}">
                <a16:creationId xmlns:a16="http://schemas.microsoft.com/office/drawing/2014/main" id="{5BF6C124-482B-4218-85A5-D7F76C4E04DE}"/>
              </a:ext>
            </a:extLst>
          </p:cNvPr>
          <p:cNvCxnSpPr>
            <a:cxnSpLocks/>
          </p:cNvCxnSpPr>
          <p:nvPr userDrawn="1"/>
        </p:nvCxnSpPr>
        <p:spPr>
          <a:xfrm flipV="1">
            <a:off x="10548812" y="2195186"/>
            <a:ext cx="665540" cy="463114"/>
          </a:xfrm>
          <a:prstGeom prst="line">
            <a:avLst/>
          </a:prstGeom>
          <a:ln w="6350"/>
        </p:spPr>
        <p:style>
          <a:lnRef idx="3">
            <a:schemeClr val="dk1"/>
          </a:lnRef>
          <a:fillRef idx="0">
            <a:schemeClr val="dk1"/>
          </a:fillRef>
          <a:effectRef idx="2">
            <a:schemeClr val="dk1"/>
          </a:effectRef>
          <a:fontRef idx="minor">
            <a:schemeClr val="tx1"/>
          </a:fontRef>
        </p:style>
      </p:cxnSp>
      <p:sp>
        <p:nvSpPr>
          <p:cNvPr id="49" name="Rectangle 48">
            <a:extLst>
              <a:ext uri="{FF2B5EF4-FFF2-40B4-BE49-F238E27FC236}">
                <a16:creationId xmlns:a16="http://schemas.microsoft.com/office/drawing/2014/main" id="{1F8A81FB-A1AF-439B-826F-083A20F8B3A0}"/>
              </a:ext>
            </a:extLst>
          </p:cNvPr>
          <p:cNvSpPr/>
          <p:nvPr userDrawn="1"/>
        </p:nvSpPr>
        <p:spPr>
          <a:xfrm>
            <a:off x="9262977" y="2016269"/>
            <a:ext cx="503088"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Centre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50" name="Connecteur droit 49">
            <a:extLst>
              <a:ext uri="{FF2B5EF4-FFF2-40B4-BE49-F238E27FC236}">
                <a16:creationId xmlns:a16="http://schemas.microsoft.com/office/drawing/2014/main" id="{141A7F77-F517-4FB9-8C00-F530FAC28C58}"/>
              </a:ext>
            </a:extLst>
          </p:cNvPr>
          <p:cNvCxnSpPr>
            <a:cxnSpLocks/>
          </p:cNvCxnSpPr>
          <p:nvPr userDrawn="1"/>
        </p:nvCxnSpPr>
        <p:spPr>
          <a:xfrm flipH="1" flipV="1">
            <a:off x="9524933" y="2185554"/>
            <a:ext cx="612101" cy="582767"/>
          </a:xfrm>
          <a:prstGeom prst="line">
            <a:avLst/>
          </a:prstGeom>
          <a:ln w="6350"/>
        </p:spPr>
        <p:style>
          <a:lnRef idx="3">
            <a:schemeClr val="dk1"/>
          </a:lnRef>
          <a:fillRef idx="0">
            <a:schemeClr val="dk1"/>
          </a:fillRef>
          <a:effectRef idx="2">
            <a:schemeClr val="dk1"/>
          </a:effectRef>
          <a:fontRef idx="minor">
            <a:schemeClr val="tx1"/>
          </a:fontRef>
        </p:style>
      </p:cxnSp>
      <p:sp>
        <p:nvSpPr>
          <p:cNvPr id="61" name="Rectangle 60">
            <a:extLst>
              <a:ext uri="{FF2B5EF4-FFF2-40B4-BE49-F238E27FC236}">
                <a16:creationId xmlns:a16="http://schemas.microsoft.com/office/drawing/2014/main" id="{34354FCB-9657-4C48-99F1-854B6A244191}"/>
              </a:ext>
            </a:extLst>
          </p:cNvPr>
          <p:cNvSpPr/>
          <p:nvPr userDrawn="1"/>
        </p:nvSpPr>
        <p:spPr>
          <a:xfrm>
            <a:off x="8855857" y="2370439"/>
            <a:ext cx="612101" cy="17309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Bretagne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62" name="Connecteur droit 61">
            <a:extLst>
              <a:ext uri="{FF2B5EF4-FFF2-40B4-BE49-F238E27FC236}">
                <a16:creationId xmlns:a16="http://schemas.microsoft.com/office/drawing/2014/main" id="{3F5416A6-832C-4056-BCF2-A04DB9BB757E}"/>
              </a:ext>
            </a:extLst>
          </p:cNvPr>
          <p:cNvCxnSpPr>
            <a:cxnSpLocks/>
          </p:cNvCxnSpPr>
          <p:nvPr userDrawn="1"/>
        </p:nvCxnSpPr>
        <p:spPr>
          <a:xfrm flipH="1" flipV="1">
            <a:off x="9164023" y="2534014"/>
            <a:ext cx="54859" cy="170244"/>
          </a:xfrm>
          <a:prstGeom prst="line">
            <a:avLst/>
          </a:prstGeom>
          <a:ln w="6350"/>
        </p:spPr>
        <p:style>
          <a:lnRef idx="3">
            <a:schemeClr val="dk1"/>
          </a:lnRef>
          <a:fillRef idx="0">
            <a:schemeClr val="dk1"/>
          </a:fillRef>
          <a:effectRef idx="2">
            <a:schemeClr val="dk1"/>
          </a:effectRef>
          <a:fontRef idx="minor">
            <a:schemeClr val="tx1"/>
          </a:fontRef>
        </p:style>
      </p:cxnSp>
      <p:sp>
        <p:nvSpPr>
          <p:cNvPr id="64" name="Rectangle 63">
            <a:extLst>
              <a:ext uri="{FF2B5EF4-FFF2-40B4-BE49-F238E27FC236}">
                <a16:creationId xmlns:a16="http://schemas.microsoft.com/office/drawing/2014/main" id="{53BAAD8A-DAE3-467D-B064-8140DB671BF0}"/>
              </a:ext>
            </a:extLst>
          </p:cNvPr>
          <p:cNvSpPr/>
          <p:nvPr userDrawn="1"/>
        </p:nvSpPr>
        <p:spPr>
          <a:xfrm>
            <a:off x="8855857" y="3392179"/>
            <a:ext cx="612101" cy="265274"/>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Pays de la Loire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65" name="Connecteur droit 64">
            <a:extLst>
              <a:ext uri="{FF2B5EF4-FFF2-40B4-BE49-F238E27FC236}">
                <a16:creationId xmlns:a16="http://schemas.microsoft.com/office/drawing/2014/main" id="{C39BC8FF-E291-48B8-8598-8CC712DA2739}"/>
              </a:ext>
            </a:extLst>
          </p:cNvPr>
          <p:cNvCxnSpPr>
            <a:cxnSpLocks/>
          </p:cNvCxnSpPr>
          <p:nvPr userDrawn="1"/>
        </p:nvCxnSpPr>
        <p:spPr>
          <a:xfrm flipH="1">
            <a:off x="9176607" y="3219080"/>
            <a:ext cx="405171" cy="173099"/>
          </a:xfrm>
          <a:prstGeom prst="line">
            <a:avLst/>
          </a:prstGeom>
          <a:ln w="6350"/>
        </p:spPr>
        <p:style>
          <a:lnRef idx="3">
            <a:schemeClr val="dk1"/>
          </a:lnRef>
          <a:fillRef idx="0">
            <a:schemeClr val="dk1"/>
          </a:fillRef>
          <a:effectRef idx="2">
            <a:schemeClr val="dk1"/>
          </a:effectRef>
          <a:fontRef idx="minor">
            <a:schemeClr val="tx1"/>
          </a:fontRef>
        </p:style>
      </p:cxnSp>
      <p:sp>
        <p:nvSpPr>
          <p:cNvPr id="68" name="Rectangle 67">
            <a:extLst>
              <a:ext uri="{FF2B5EF4-FFF2-40B4-BE49-F238E27FC236}">
                <a16:creationId xmlns:a16="http://schemas.microsoft.com/office/drawing/2014/main" id="{A4C33D11-E3C9-478A-A0F8-FCAE8DD63FEF}"/>
              </a:ext>
            </a:extLst>
          </p:cNvPr>
          <p:cNvSpPr/>
          <p:nvPr userDrawn="1"/>
        </p:nvSpPr>
        <p:spPr>
          <a:xfrm>
            <a:off x="11350332" y="3144859"/>
            <a:ext cx="786094" cy="265273"/>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Auvergne-Rhône-Alpes</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70" name="Connecteur droit 69">
            <a:extLst>
              <a:ext uri="{FF2B5EF4-FFF2-40B4-BE49-F238E27FC236}">
                <a16:creationId xmlns:a16="http://schemas.microsoft.com/office/drawing/2014/main" id="{F5136E64-9AD9-42CD-A864-74A9212F6C7F}"/>
              </a:ext>
            </a:extLst>
          </p:cNvPr>
          <p:cNvCxnSpPr>
            <a:cxnSpLocks/>
          </p:cNvCxnSpPr>
          <p:nvPr userDrawn="1"/>
        </p:nvCxnSpPr>
        <p:spPr>
          <a:xfrm flipV="1">
            <a:off x="11313808" y="3410133"/>
            <a:ext cx="419122" cy="202523"/>
          </a:xfrm>
          <a:prstGeom prst="line">
            <a:avLst/>
          </a:prstGeom>
          <a:ln w="6350"/>
        </p:spPr>
        <p:style>
          <a:lnRef idx="3">
            <a:schemeClr val="dk1"/>
          </a:lnRef>
          <a:fillRef idx="0">
            <a:schemeClr val="dk1"/>
          </a:fillRef>
          <a:effectRef idx="2">
            <a:schemeClr val="dk1"/>
          </a:effectRef>
          <a:fontRef idx="minor">
            <a:schemeClr val="tx1"/>
          </a:fontRef>
        </p:style>
      </p:cxnSp>
      <p:sp>
        <p:nvSpPr>
          <p:cNvPr id="75" name="Rectangle 74">
            <a:extLst>
              <a:ext uri="{FF2B5EF4-FFF2-40B4-BE49-F238E27FC236}">
                <a16:creationId xmlns:a16="http://schemas.microsoft.com/office/drawing/2014/main" id="{F9316BF0-D3E0-40D8-B07A-9B706DCCA13D}"/>
              </a:ext>
            </a:extLst>
          </p:cNvPr>
          <p:cNvSpPr/>
          <p:nvPr userDrawn="1"/>
        </p:nvSpPr>
        <p:spPr>
          <a:xfrm>
            <a:off x="11628578" y="3666366"/>
            <a:ext cx="503088"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PACA</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76" name="Connecteur droit 75">
            <a:extLst>
              <a:ext uri="{FF2B5EF4-FFF2-40B4-BE49-F238E27FC236}">
                <a16:creationId xmlns:a16="http://schemas.microsoft.com/office/drawing/2014/main" id="{0765063A-82AC-4846-B39D-5A2F4D78B790}"/>
              </a:ext>
            </a:extLst>
          </p:cNvPr>
          <p:cNvCxnSpPr>
            <a:cxnSpLocks/>
          </p:cNvCxnSpPr>
          <p:nvPr userDrawn="1"/>
        </p:nvCxnSpPr>
        <p:spPr>
          <a:xfrm flipV="1">
            <a:off x="11462588" y="3839465"/>
            <a:ext cx="412510" cy="154972"/>
          </a:xfrm>
          <a:prstGeom prst="line">
            <a:avLst/>
          </a:prstGeom>
          <a:ln w="6350"/>
        </p:spPr>
        <p:style>
          <a:lnRef idx="3">
            <a:schemeClr val="dk1"/>
          </a:lnRef>
          <a:fillRef idx="0">
            <a:schemeClr val="dk1"/>
          </a:fillRef>
          <a:effectRef idx="2">
            <a:schemeClr val="dk1"/>
          </a:effectRef>
          <a:fontRef idx="minor">
            <a:schemeClr val="tx1"/>
          </a:fontRef>
        </p:style>
      </p:cxnSp>
      <p:sp>
        <p:nvSpPr>
          <p:cNvPr id="78" name="Rectangle 77">
            <a:extLst>
              <a:ext uri="{FF2B5EF4-FFF2-40B4-BE49-F238E27FC236}">
                <a16:creationId xmlns:a16="http://schemas.microsoft.com/office/drawing/2014/main" id="{95A9118B-6305-4BF6-A6D5-337B5D82C900}"/>
              </a:ext>
            </a:extLst>
          </p:cNvPr>
          <p:cNvSpPr/>
          <p:nvPr userDrawn="1"/>
        </p:nvSpPr>
        <p:spPr>
          <a:xfrm>
            <a:off x="11235706" y="5286158"/>
            <a:ext cx="503088"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err="1">
                <a:ln>
                  <a:noFill/>
                </a:ln>
                <a:solidFill>
                  <a:schemeClr val="bg1"/>
                </a:solidFill>
                <a:effectLst/>
                <a:latin typeface="+mn-lt"/>
              </a:rPr>
              <a:t>Asie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79" name="Connecteur droit 78">
            <a:extLst>
              <a:ext uri="{FF2B5EF4-FFF2-40B4-BE49-F238E27FC236}">
                <a16:creationId xmlns:a16="http://schemas.microsoft.com/office/drawing/2014/main" id="{265C095A-16F2-4519-B26C-24A06A38711D}"/>
              </a:ext>
            </a:extLst>
          </p:cNvPr>
          <p:cNvCxnSpPr>
            <a:cxnSpLocks/>
          </p:cNvCxnSpPr>
          <p:nvPr userDrawn="1"/>
        </p:nvCxnSpPr>
        <p:spPr>
          <a:xfrm flipV="1">
            <a:off x="10636766" y="5459257"/>
            <a:ext cx="850484" cy="274529"/>
          </a:xfrm>
          <a:prstGeom prst="line">
            <a:avLst/>
          </a:prstGeom>
          <a:ln w="63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426608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Nos expertises conseil et métiers">
    <p:spTree>
      <p:nvGrpSpPr>
        <p:cNvPr id="1" name=""/>
        <p:cNvGrpSpPr/>
        <p:nvPr/>
      </p:nvGrpSpPr>
      <p:grpSpPr>
        <a:xfrm>
          <a:off x="0" y="0"/>
          <a:ext cx="0" cy="0"/>
          <a:chOff x="0" y="0"/>
          <a:chExt cx="0" cy="0"/>
        </a:xfrm>
      </p:grpSpPr>
      <p:pic>
        <p:nvPicPr>
          <p:cNvPr id="32" name="Image 31">
            <a:extLst>
              <a:ext uri="{FF2B5EF4-FFF2-40B4-BE49-F238E27FC236}">
                <a16:creationId xmlns:a16="http://schemas.microsoft.com/office/drawing/2014/main" id="{1F8F48C7-A26D-450D-930A-C82C109B9417}"/>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31" name="ZoneTexte 30">
            <a:extLst>
              <a:ext uri="{FF2B5EF4-FFF2-40B4-BE49-F238E27FC236}">
                <a16:creationId xmlns:a16="http://schemas.microsoft.com/office/drawing/2014/main" id="{9F937600-6969-40E8-AE51-2F7DEDF9BE39}"/>
              </a:ext>
            </a:extLst>
          </p:cNvPr>
          <p:cNvSpPr txBox="1"/>
          <p:nvPr userDrawn="1"/>
        </p:nvSpPr>
        <p:spPr>
          <a:xfrm>
            <a:off x="6545715" y="1876967"/>
            <a:ext cx="4354512" cy="98488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2000" noProof="0">
                <a:latin typeface="+mj-lt"/>
              </a:rPr>
              <a:t>Sur ces 4 domaines, Expertime vous accompagne à chaque étape :</a:t>
            </a:r>
          </a:p>
          <a:p>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0" name="Graphique 9">
            <a:extLst>
              <a:ext uri="{FF2B5EF4-FFF2-40B4-BE49-F238E27FC236}">
                <a16:creationId xmlns:a16="http://schemas.microsoft.com/office/drawing/2014/main" id="{1B846C72-A8B1-420C-8B69-0F83B30BE86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84663" y="1989535"/>
            <a:ext cx="558786" cy="3764107"/>
          </a:xfrm>
          <a:prstGeom prst="rect">
            <a:avLst/>
          </a:prstGeom>
        </p:spPr>
      </p:pic>
      <p:sp>
        <p:nvSpPr>
          <p:cNvPr id="15" name="Rectangle : avec coins arrondis en diagonale 14">
            <a:extLst>
              <a:ext uri="{FF2B5EF4-FFF2-40B4-BE49-F238E27FC236}">
                <a16:creationId xmlns:a16="http://schemas.microsoft.com/office/drawing/2014/main" id="{A4B20F58-666B-4BFF-AACE-4EB82C04C4CE}"/>
              </a:ext>
            </a:extLst>
          </p:cNvPr>
          <p:cNvSpPr/>
          <p:nvPr userDrawn="1"/>
        </p:nvSpPr>
        <p:spPr>
          <a:xfrm>
            <a:off x="3368675" y="1533366"/>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E25172FC-7A48-49BA-BE13-8ACC7C5E7E54}"/>
              </a:ext>
            </a:extLst>
          </p:cNvPr>
          <p:cNvSpPr/>
          <p:nvPr userDrawn="1"/>
        </p:nvSpPr>
        <p:spPr>
          <a:xfrm>
            <a:off x="838198" y="3778417"/>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95BC1122-D7A0-4B9C-8DEA-B8DB8C5FB400}"/>
              </a:ext>
            </a:extLst>
          </p:cNvPr>
          <p:cNvSpPr/>
          <p:nvPr userDrawn="1"/>
        </p:nvSpPr>
        <p:spPr>
          <a:xfrm rot="5400000">
            <a:off x="3513818" y="3633274"/>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avec coins arrondis en diagonale 19">
            <a:extLst>
              <a:ext uri="{FF2B5EF4-FFF2-40B4-BE49-F238E27FC236}">
                <a16:creationId xmlns:a16="http://schemas.microsoft.com/office/drawing/2014/main" id="{4EE0032C-97DE-423F-BA52-043A2635B887}"/>
              </a:ext>
            </a:extLst>
          </p:cNvPr>
          <p:cNvSpPr/>
          <p:nvPr userDrawn="1"/>
        </p:nvSpPr>
        <p:spPr>
          <a:xfrm rot="5400000">
            <a:off x="983340" y="1388223"/>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74D01219-53AE-410B-87F9-B296B50217FB}"/>
              </a:ext>
            </a:extLst>
          </p:cNvPr>
          <p:cNvSpPr txBox="1"/>
          <p:nvPr userDrawn="1"/>
        </p:nvSpPr>
        <p:spPr>
          <a:xfrm>
            <a:off x="6545715" y="2956811"/>
            <a:ext cx="4354512" cy="3139321"/>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fr-FR" sz="2000" noProof="0"/>
              <a:t>1. Conseil et stratégie</a:t>
            </a:r>
            <a:br>
              <a:rPr lang="fr-FR" sz="2000" noProof="0"/>
            </a:br>
            <a:r>
              <a:rPr lang="fr-FR" sz="2000" noProof="0"/>
              <a:t>2. Cadrage et pilotage projet</a:t>
            </a:r>
            <a:br>
              <a:rPr lang="fr-FR" sz="2000" noProof="0"/>
            </a:br>
            <a:r>
              <a:rPr lang="fr-FR" sz="2000" noProof="0"/>
              <a:t>3. Développement d’outils</a:t>
            </a:r>
            <a:br>
              <a:rPr lang="fr-FR" sz="2000" noProof="0"/>
            </a:br>
            <a:r>
              <a:rPr lang="fr-FR" sz="2000" noProof="0"/>
              <a:t>4. Formation et prise en main</a:t>
            </a:r>
            <a:br>
              <a:rPr lang="fr-FR" sz="2000" noProof="0"/>
            </a:br>
            <a:r>
              <a:rPr lang="fr-FR" sz="2000" noProof="0"/>
              <a:t>5. Assistance technologique</a:t>
            </a:r>
            <a:br>
              <a:rPr lang="fr-FR" sz="2000" noProof="0"/>
            </a:br>
            <a:r>
              <a:rPr lang="fr-FR" sz="2000" noProof="0"/>
              <a:t>6. Conduite du changement</a:t>
            </a:r>
          </a:p>
          <a:p>
            <a:endParaRPr lang="fr-FR"/>
          </a:p>
        </p:txBody>
      </p:sp>
      <p:sp>
        <p:nvSpPr>
          <p:cNvPr id="36" name="ZoneTexte 35">
            <a:extLst>
              <a:ext uri="{FF2B5EF4-FFF2-40B4-BE49-F238E27FC236}">
                <a16:creationId xmlns:a16="http://schemas.microsoft.com/office/drawing/2014/main" id="{E06E803F-6B1C-47AE-B7B5-B9048B37842B}"/>
              </a:ext>
            </a:extLst>
          </p:cNvPr>
          <p:cNvSpPr txBox="1"/>
          <p:nvPr userDrawn="1"/>
        </p:nvSpPr>
        <p:spPr>
          <a:xfrm>
            <a:off x="986742" y="2337438"/>
            <a:ext cx="2190749" cy="646331"/>
          </a:xfrm>
          <a:prstGeom prst="rect">
            <a:avLst/>
          </a:prstGeom>
          <a:noFill/>
        </p:spPr>
        <p:txBody>
          <a:bodyPr wrap="square" rtlCol="0">
            <a:spAutoFit/>
          </a:bodyPr>
          <a:lstStyle/>
          <a:p>
            <a:r>
              <a:rPr lang="fr-FR">
                <a:solidFill>
                  <a:schemeClr val="bg1"/>
                </a:solidFill>
                <a:latin typeface="+mj-lt"/>
              </a:rPr>
              <a:t>Digital </a:t>
            </a:r>
          </a:p>
          <a:p>
            <a:r>
              <a:rPr lang="fr-FR">
                <a:solidFill>
                  <a:schemeClr val="bg1"/>
                </a:solidFill>
                <a:latin typeface="+mj-lt"/>
              </a:rPr>
              <a:t>Workplace </a:t>
            </a:r>
          </a:p>
        </p:txBody>
      </p:sp>
      <p:sp>
        <p:nvSpPr>
          <p:cNvPr id="37" name="ZoneTexte 36">
            <a:extLst>
              <a:ext uri="{FF2B5EF4-FFF2-40B4-BE49-F238E27FC236}">
                <a16:creationId xmlns:a16="http://schemas.microsoft.com/office/drawing/2014/main" id="{1F940832-6A25-42D6-BD02-97BAB444D883}"/>
              </a:ext>
            </a:extLst>
          </p:cNvPr>
          <p:cNvSpPr txBox="1"/>
          <p:nvPr userDrawn="1"/>
        </p:nvSpPr>
        <p:spPr>
          <a:xfrm>
            <a:off x="3581400" y="2293369"/>
            <a:ext cx="2190749" cy="646331"/>
          </a:xfrm>
          <a:prstGeom prst="rect">
            <a:avLst/>
          </a:prstGeom>
          <a:noFill/>
        </p:spPr>
        <p:txBody>
          <a:bodyPr wrap="square" rtlCol="0">
            <a:spAutoFit/>
          </a:bodyPr>
          <a:lstStyle/>
          <a:p>
            <a:r>
              <a:rPr lang="fr-FR" dirty="0">
                <a:solidFill>
                  <a:schemeClr val="bg1"/>
                </a:solidFill>
                <a:latin typeface="+mj-lt"/>
              </a:rPr>
              <a:t>Data</a:t>
            </a:r>
            <a:br>
              <a:rPr lang="fr-FR" dirty="0">
                <a:solidFill>
                  <a:schemeClr val="bg1"/>
                </a:solidFill>
                <a:latin typeface="+mj-lt"/>
              </a:rPr>
            </a:br>
            <a:r>
              <a:rPr lang="fr-FR" dirty="0">
                <a:solidFill>
                  <a:schemeClr val="bg1"/>
                </a:solidFill>
                <a:latin typeface="+mj-lt"/>
              </a:rPr>
              <a:t>intelligence</a:t>
            </a:r>
          </a:p>
        </p:txBody>
      </p:sp>
      <p:sp>
        <p:nvSpPr>
          <p:cNvPr id="38" name="ZoneTexte 37">
            <a:extLst>
              <a:ext uri="{FF2B5EF4-FFF2-40B4-BE49-F238E27FC236}">
                <a16:creationId xmlns:a16="http://schemas.microsoft.com/office/drawing/2014/main" id="{F62254DB-E966-449D-BC37-310E06680289}"/>
              </a:ext>
            </a:extLst>
          </p:cNvPr>
          <p:cNvSpPr txBox="1"/>
          <p:nvPr userDrawn="1"/>
        </p:nvSpPr>
        <p:spPr>
          <a:xfrm>
            <a:off x="3519709" y="4537796"/>
            <a:ext cx="2190749" cy="646331"/>
          </a:xfrm>
          <a:prstGeom prst="rect">
            <a:avLst/>
          </a:prstGeom>
          <a:noFill/>
        </p:spPr>
        <p:txBody>
          <a:bodyPr wrap="square" rtlCol="0">
            <a:spAutoFit/>
          </a:bodyPr>
          <a:lstStyle/>
          <a:p>
            <a:r>
              <a:rPr lang="fr-FR" dirty="0">
                <a:solidFill>
                  <a:schemeClr val="bg1"/>
                </a:solidFill>
                <a:latin typeface="+mj-lt"/>
              </a:rPr>
              <a:t>Web et e-commerce</a:t>
            </a:r>
          </a:p>
        </p:txBody>
      </p:sp>
      <p:sp>
        <p:nvSpPr>
          <p:cNvPr id="39" name="ZoneTexte 38">
            <a:extLst>
              <a:ext uri="{FF2B5EF4-FFF2-40B4-BE49-F238E27FC236}">
                <a16:creationId xmlns:a16="http://schemas.microsoft.com/office/drawing/2014/main" id="{869E6CFB-2E88-4D1C-98B8-3033D20E71A7}"/>
              </a:ext>
            </a:extLst>
          </p:cNvPr>
          <p:cNvSpPr txBox="1"/>
          <p:nvPr userDrawn="1"/>
        </p:nvSpPr>
        <p:spPr>
          <a:xfrm>
            <a:off x="989005" y="2983659"/>
            <a:ext cx="219074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noProof="0" dirty="0">
                <a:solidFill>
                  <a:schemeClr val="bg1"/>
                </a:solidFill>
              </a:rPr>
              <a:t>Rapprocher les humains et gagner en productivité.</a:t>
            </a:r>
          </a:p>
          <a:p>
            <a:endParaRPr lang="fr-FR" sz="1600" dirty="0"/>
          </a:p>
        </p:txBody>
      </p:sp>
      <p:sp>
        <p:nvSpPr>
          <p:cNvPr id="41" name="ZoneTexte 40">
            <a:extLst>
              <a:ext uri="{FF2B5EF4-FFF2-40B4-BE49-F238E27FC236}">
                <a16:creationId xmlns:a16="http://schemas.microsoft.com/office/drawing/2014/main" id="{92ABF441-BD8B-46AD-AC39-11E9C067F176}"/>
              </a:ext>
            </a:extLst>
          </p:cNvPr>
          <p:cNvSpPr txBox="1"/>
          <p:nvPr userDrawn="1"/>
        </p:nvSpPr>
        <p:spPr>
          <a:xfrm>
            <a:off x="3581400" y="2938447"/>
            <a:ext cx="219074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noProof="0">
                <a:solidFill>
                  <a:schemeClr val="bg1"/>
                </a:solidFill>
              </a:rPr>
              <a:t>Faciliter l’analyse et la prise de décision.</a:t>
            </a:r>
          </a:p>
          <a:p>
            <a:endParaRPr lang="fr-FR" sz="1600"/>
          </a:p>
        </p:txBody>
      </p:sp>
      <p:sp>
        <p:nvSpPr>
          <p:cNvPr id="42" name="ZoneTexte 41">
            <a:extLst>
              <a:ext uri="{FF2B5EF4-FFF2-40B4-BE49-F238E27FC236}">
                <a16:creationId xmlns:a16="http://schemas.microsoft.com/office/drawing/2014/main" id="{C5EBF3B3-E01A-474D-8E45-1C395F2A03EA}"/>
              </a:ext>
            </a:extLst>
          </p:cNvPr>
          <p:cNvSpPr txBox="1"/>
          <p:nvPr userDrawn="1"/>
        </p:nvSpPr>
        <p:spPr>
          <a:xfrm>
            <a:off x="3519708" y="5182874"/>
            <a:ext cx="2190749"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b="0" i="0" u="none" strike="noStrike" dirty="0">
                <a:solidFill>
                  <a:schemeClr val="bg1"/>
                </a:solidFill>
                <a:effectLst/>
              </a:rPr>
              <a:t>Fournir la meilleure expérience client possible et générer des conversions.</a:t>
            </a:r>
            <a:endParaRPr lang="fr-FR" sz="1600" dirty="0">
              <a:solidFill>
                <a:schemeClr val="bg1"/>
              </a:solidFill>
            </a:endParaRPr>
          </a:p>
        </p:txBody>
      </p:sp>
      <p:sp>
        <p:nvSpPr>
          <p:cNvPr id="3" name="ZoneTexte 2">
            <a:extLst>
              <a:ext uri="{FF2B5EF4-FFF2-40B4-BE49-F238E27FC236}">
                <a16:creationId xmlns:a16="http://schemas.microsoft.com/office/drawing/2014/main" id="{D03D0195-50B7-4CD2-A62E-C8E96900AC16}"/>
              </a:ext>
            </a:extLst>
          </p:cNvPr>
          <p:cNvSpPr txBox="1"/>
          <p:nvPr userDrawn="1"/>
        </p:nvSpPr>
        <p:spPr>
          <a:xfrm>
            <a:off x="838197" y="120546"/>
            <a:ext cx="8286753" cy="1346304"/>
          </a:xfrm>
          <a:prstGeom prst="rect">
            <a:avLst/>
          </a:prstGeom>
          <a:noFill/>
        </p:spPr>
        <p:txBody>
          <a:bodyPr wrap="square" rtlCol="0">
            <a:spAutoFit/>
          </a:bodyPr>
          <a:lstStyle/>
          <a:p>
            <a:endParaRPr lang="fr-FR"/>
          </a:p>
        </p:txBody>
      </p:sp>
      <p:pic>
        <p:nvPicPr>
          <p:cNvPr id="14" name="Image 13">
            <a:extLst>
              <a:ext uri="{FF2B5EF4-FFF2-40B4-BE49-F238E27FC236}">
                <a16:creationId xmlns:a16="http://schemas.microsoft.com/office/drawing/2014/main" id="{B98E405B-5EF9-4A69-B72C-DC3A919C572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671886" y="1745906"/>
            <a:ext cx="495541" cy="481776"/>
          </a:xfrm>
          <a:prstGeom prst="rect">
            <a:avLst/>
          </a:prstGeom>
        </p:spPr>
      </p:pic>
      <p:pic>
        <p:nvPicPr>
          <p:cNvPr id="17" name="Image 16">
            <a:extLst>
              <a:ext uri="{FF2B5EF4-FFF2-40B4-BE49-F238E27FC236}">
                <a16:creationId xmlns:a16="http://schemas.microsoft.com/office/drawing/2014/main" id="{23E2EF50-24A5-49B1-8C3A-53D848AD3A4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77227" y="1618291"/>
            <a:ext cx="641845" cy="696055"/>
          </a:xfrm>
          <a:prstGeom prst="rect">
            <a:avLst/>
          </a:prstGeom>
        </p:spPr>
      </p:pic>
      <p:sp>
        <p:nvSpPr>
          <p:cNvPr id="2" name="ZoneTexte 1">
            <a:extLst>
              <a:ext uri="{FF2B5EF4-FFF2-40B4-BE49-F238E27FC236}">
                <a16:creationId xmlns:a16="http://schemas.microsoft.com/office/drawing/2014/main" id="{A88CEABE-2A56-4B5C-955D-6352804D5A3D}"/>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Nos expertises conseil et métiers</a:t>
            </a:r>
          </a:p>
        </p:txBody>
      </p:sp>
      <p:sp>
        <p:nvSpPr>
          <p:cNvPr id="29" name="ZoneTexte 28">
            <a:extLst>
              <a:ext uri="{FF2B5EF4-FFF2-40B4-BE49-F238E27FC236}">
                <a16:creationId xmlns:a16="http://schemas.microsoft.com/office/drawing/2014/main" id="{E8F4C6F8-C469-4D70-BA8B-0135E438354F}"/>
              </a:ext>
            </a:extLst>
          </p:cNvPr>
          <p:cNvSpPr txBox="1"/>
          <p:nvPr userDrawn="1"/>
        </p:nvSpPr>
        <p:spPr>
          <a:xfrm>
            <a:off x="1077227" y="4535866"/>
            <a:ext cx="2190749"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a:solidFill>
                  <a:schemeClr val="bg1"/>
                </a:solidFill>
                <a:latin typeface="+mj-lt"/>
              </a:rPr>
              <a:t>Applications métier</a:t>
            </a:r>
          </a:p>
          <a:p>
            <a:endParaRPr lang="fr-FR" dirty="0">
              <a:solidFill>
                <a:schemeClr val="bg1"/>
              </a:solidFill>
              <a:latin typeface="+mj-lt"/>
            </a:endParaRPr>
          </a:p>
        </p:txBody>
      </p:sp>
      <p:pic>
        <p:nvPicPr>
          <p:cNvPr id="40" name="Image 39">
            <a:extLst>
              <a:ext uri="{FF2B5EF4-FFF2-40B4-BE49-F238E27FC236}">
                <a16:creationId xmlns:a16="http://schemas.microsoft.com/office/drawing/2014/main" id="{7A1949EE-D181-4E2D-A149-B21F383D620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630694" y="3972830"/>
            <a:ext cx="568847" cy="520528"/>
          </a:xfrm>
          <a:prstGeom prst="rect">
            <a:avLst/>
          </a:prstGeom>
        </p:spPr>
      </p:pic>
      <p:sp>
        <p:nvSpPr>
          <p:cNvPr id="30" name="ZoneTexte 29">
            <a:extLst>
              <a:ext uri="{FF2B5EF4-FFF2-40B4-BE49-F238E27FC236}">
                <a16:creationId xmlns:a16="http://schemas.microsoft.com/office/drawing/2014/main" id="{9E66CB31-815E-42AA-BCE0-3059C14A14C0}"/>
              </a:ext>
            </a:extLst>
          </p:cNvPr>
          <p:cNvSpPr txBox="1"/>
          <p:nvPr userDrawn="1"/>
        </p:nvSpPr>
        <p:spPr>
          <a:xfrm>
            <a:off x="1079492" y="5166673"/>
            <a:ext cx="2190749"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b="0" i="0" u="none" strike="noStrike" dirty="0">
                <a:solidFill>
                  <a:schemeClr val="bg1"/>
                </a:solidFill>
                <a:effectLst/>
              </a:rPr>
              <a:t>Développer les solutions et intégrer les processus de la performance métier.</a:t>
            </a:r>
            <a:endParaRPr lang="fr-FR" sz="1200" noProof="0" dirty="0">
              <a:solidFill>
                <a:schemeClr val="bg1"/>
              </a:solidFill>
            </a:endParaRPr>
          </a:p>
        </p:txBody>
      </p:sp>
      <p:pic>
        <p:nvPicPr>
          <p:cNvPr id="35" name="Image 34">
            <a:extLst>
              <a:ext uri="{FF2B5EF4-FFF2-40B4-BE49-F238E27FC236}">
                <a16:creationId xmlns:a16="http://schemas.microsoft.com/office/drawing/2014/main" id="{48CCA7E5-A474-4A91-979C-832FA092DA0B}"/>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134785" y="3942773"/>
            <a:ext cx="582619" cy="550585"/>
          </a:xfrm>
          <a:prstGeom prst="rect">
            <a:avLst/>
          </a:prstGeom>
        </p:spPr>
      </p:pic>
    </p:spTree>
    <p:extLst>
      <p:ext uri="{BB962C8B-B14F-4D97-AF65-F5344CB8AC3E}">
        <p14:creationId xmlns:p14="http://schemas.microsoft.com/office/powerpoint/2010/main" val="134969999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artenariat Microsof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3740" y="-3631"/>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14" name="ZoneTexte 13">
            <a:extLst>
              <a:ext uri="{FF2B5EF4-FFF2-40B4-BE49-F238E27FC236}">
                <a16:creationId xmlns:a16="http://schemas.microsoft.com/office/drawing/2014/main" id="{DC4F0214-2EDC-44D6-B9B1-288CDA91F1C8}"/>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Haut niveau de partenariat Microsoft</a:t>
            </a: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a:stretch/>
        </p:blipFill>
        <p:spPr>
          <a:xfrm>
            <a:off x="-3740" y="1821815"/>
            <a:ext cx="2743200" cy="3792041"/>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70949"/>
          <a:stretch/>
        </p:blipFill>
        <p:spPr>
          <a:xfrm>
            <a:off x="3176994" y="1810561"/>
            <a:ext cx="596865" cy="3773751"/>
          </a:xfrm>
          <a:prstGeom prst="rect">
            <a:avLst/>
          </a:prstGeom>
        </p:spPr>
      </p:pic>
      <p:sp>
        <p:nvSpPr>
          <p:cNvPr id="16" name="ZoneTexte 15">
            <a:extLst>
              <a:ext uri="{FF2B5EF4-FFF2-40B4-BE49-F238E27FC236}">
                <a16:creationId xmlns:a16="http://schemas.microsoft.com/office/drawing/2014/main" id="{4ABADA7E-BDB5-457B-BE73-D8F8982B681F}"/>
              </a:ext>
            </a:extLst>
          </p:cNvPr>
          <p:cNvSpPr txBox="1"/>
          <p:nvPr userDrawn="1"/>
        </p:nvSpPr>
        <p:spPr>
          <a:xfrm>
            <a:off x="4838007" y="1960314"/>
            <a:ext cx="2790812" cy="369332"/>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solidFill>
                  <a:schemeClr val="bg1"/>
                </a:solidFill>
                <a:latin typeface="+mj-lt"/>
              </a:rPr>
              <a:t>Partenaire historique</a:t>
            </a:r>
          </a:p>
        </p:txBody>
      </p:sp>
      <p:sp>
        <p:nvSpPr>
          <p:cNvPr id="17" name="ZoneTexte 16">
            <a:extLst>
              <a:ext uri="{FF2B5EF4-FFF2-40B4-BE49-F238E27FC236}">
                <a16:creationId xmlns:a16="http://schemas.microsoft.com/office/drawing/2014/main" id="{F9CF77C2-4AC6-4C9E-BD40-AC2FF29F69C8}"/>
              </a:ext>
            </a:extLst>
          </p:cNvPr>
          <p:cNvSpPr txBox="1"/>
          <p:nvPr userDrawn="1"/>
        </p:nvSpPr>
        <p:spPr>
          <a:xfrm>
            <a:off x="4213658" y="2452622"/>
            <a:ext cx="3417426" cy="1123384"/>
          </a:xfrm>
          <a:prstGeom prst="rect">
            <a:avLst/>
          </a:prstGeom>
          <a:noFill/>
        </p:spPr>
        <p:txBody>
          <a:bodyPr wrap="square" rtlCol="0">
            <a:spAutoFit/>
          </a:bodyPr>
          <a:lstStyle/>
          <a:p>
            <a:pPr>
              <a:spcAft>
                <a:spcPts val="600"/>
              </a:spcAft>
              <a:defRPr/>
            </a:pPr>
            <a:r>
              <a:rPr lang="fr-FR" sz="1200">
                <a:solidFill>
                  <a:schemeClr val="bg1"/>
                </a:solidFill>
              </a:rPr>
              <a:t>Une </a:t>
            </a:r>
            <a:r>
              <a:rPr lang="fr-FR" sz="1200" b="1">
                <a:solidFill>
                  <a:schemeClr val="bg1"/>
                </a:solidFill>
              </a:rPr>
              <a:t>confiance renouvelée depuis </a:t>
            </a:r>
            <a:r>
              <a:rPr lang="fr-FR" sz="1200" b="1" noProof="0">
                <a:solidFill>
                  <a:schemeClr val="bg1"/>
                </a:solidFill>
              </a:rPr>
              <a:t>18 ans</a:t>
            </a:r>
            <a:endParaRPr lang="fr-FR" sz="1200" b="1">
              <a:solidFill>
                <a:schemeClr val="bg1"/>
              </a:solidFill>
            </a:endParaRPr>
          </a:p>
          <a:p>
            <a:pPr>
              <a:spcAft>
                <a:spcPts val="600"/>
              </a:spcAft>
              <a:defRPr/>
            </a:pPr>
            <a:r>
              <a:rPr lang="fr-FR" sz="1200" b="1" noProof="0">
                <a:solidFill>
                  <a:schemeClr val="bg1"/>
                </a:solidFill>
              </a:rPr>
              <a:t>Partner of the </a:t>
            </a:r>
            <a:r>
              <a:rPr lang="fr-FR" sz="1200" b="1" noProof="0" err="1">
                <a:solidFill>
                  <a:schemeClr val="bg1"/>
                </a:solidFill>
              </a:rPr>
              <a:t>year</a:t>
            </a:r>
            <a:r>
              <a:rPr lang="fr-FR" sz="1200" b="1">
                <a:solidFill>
                  <a:schemeClr val="bg1"/>
                </a:solidFill>
              </a:rPr>
              <a:t> 2016</a:t>
            </a:r>
            <a:endParaRPr lang="fr-FR" sz="1200" b="0">
              <a:solidFill>
                <a:schemeClr val="bg1"/>
              </a:solidFill>
            </a:endParaRPr>
          </a:p>
          <a:p>
            <a:pPr>
              <a:spcAft>
                <a:spcPts val="600"/>
              </a:spcAft>
              <a:defRPr/>
            </a:pPr>
            <a:r>
              <a:rPr lang="fr-FR" sz="1200">
                <a:solidFill>
                  <a:schemeClr val="bg1"/>
                </a:solidFill>
              </a:rPr>
              <a:t>Incubateur de </a:t>
            </a:r>
            <a:r>
              <a:rPr lang="fr-FR" sz="1200" noProof="0">
                <a:solidFill>
                  <a:schemeClr val="bg1"/>
                </a:solidFill>
              </a:rPr>
              <a:t>l’éditeur </a:t>
            </a:r>
            <a:r>
              <a:rPr lang="fr-FR" sz="1200" b="1" noProof="0">
                <a:solidFill>
                  <a:schemeClr val="bg1"/>
                </a:solidFill>
              </a:rPr>
              <a:t>Powell Software</a:t>
            </a:r>
            <a:endParaRPr lang="fr-FR" sz="1200" noProof="0">
              <a:solidFill>
                <a:schemeClr val="bg1"/>
              </a:solidFill>
            </a:endParaRPr>
          </a:p>
          <a:p>
            <a:endParaRPr lang="fr-FR" sz="1600"/>
          </a:p>
        </p:txBody>
      </p:sp>
      <p:sp>
        <p:nvSpPr>
          <p:cNvPr id="18" name="ZoneTexte 17">
            <a:extLst>
              <a:ext uri="{FF2B5EF4-FFF2-40B4-BE49-F238E27FC236}">
                <a16:creationId xmlns:a16="http://schemas.microsoft.com/office/drawing/2014/main" id="{010FABD4-BBA9-4583-AE75-BBA21FF85866}"/>
              </a:ext>
            </a:extLst>
          </p:cNvPr>
          <p:cNvSpPr txBox="1"/>
          <p:nvPr userDrawn="1"/>
        </p:nvSpPr>
        <p:spPr>
          <a:xfrm>
            <a:off x="8577953" y="1941223"/>
            <a:ext cx="3120699" cy="369332"/>
          </a:xfrm>
          <a:prstGeom prst="rect">
            <a:avLst/>
          </a:prstGeom>
          <a:noFill/>
        </p:spPr>
        <p:txBody>
          <a:bodyPr wrap="square" rtlCol="0">
            <a:spAutoFit/>
          </a:bodyPr>
          <a:lstStyle/>
          <a:p>
            <a:r>
              <a:rPr lang="fr-FR">
                <a:solidFill>
                  <a:schemeClr val="bg1"/>
                </a:solidFill>
                <a:latin typeface="+mj-lt"/>
              </a:rPr>
              <a:t>Expert du cloud d’entreprise</a:t>
            </a:r>
          </a:p>
        </p:txBody>
      </p:sp>
      <p:sp>
        <p:nvSpPr>
          <p:cNvPr id="19" name="ZoneTexte 18">
            <a:extLst>
              <a:ext uri="{FF2B5EF4-FFF2-40B4-BE49-F238E27FC236}">
                <a16:creationId xmlns:a16="http://schemas.microsoft.com/office/drawing/2014/main" id="{6EF8D3F6-541A-49E6-845E-5AFA91F34D04}"/>
              </a:ext>
            </a:extLst>
          </p:cNvPr>
          <p:cNvSpPr txBox="1"/>
          <p:nvPr userDrawn="1"/>
        </p:nvSpPr>
        <p:spPr>
          <a:xfrm>
            <a:off x="7951340" y="2452622"/>
            <a:ext cx="3417426" cy="32162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Azure</a:t>
            </a:r>
            <a:r>
              <a:rPr lang="fr-FR" sz="1200" noProof="0">
                <a:solidFill>
                  <a:schemeClr val="bg1"/>
                </a:solidFill>
              </a:rPr>
              <a:t>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Migration, modernisation, innovation </a:t>
            </a:r>
            <a:r>
              <a:rPr lang="fr-FR" sz="1200" b="0" noProof="0">
                <a:solidFill>
                  <a:schemeClr val="bg1"/>
                </a:solidFill>
              </a:rPr>
              <a:t>et</a:t>
            </a:r>
            <a:r>
              <a:rPr lang="fr-FR" sz="1200" b="1" noProof="0">
                <a:solidFill>
                  <a:schemeClr val="bg1"/>
                </a:solidFill>
              </a:rPr>
              <a:t> management technique </a:t>
            </a:r>
            <a:r>
              <a:rPr lang="fr-FR" sz="1200" noProof="0">
                <a:solidFill>
                  <a:schemeClr val="bg1"/>
                </a:solidFill>
              </a:rPr>
              <a:t>des solutions </a:t>
            </a:r>
            <a:r>
              <a:rPr lang="fr-FR" sz="1200" b="1" noProof="0">
                <a:solidFill>
                  <a:schemeClr val="bg1"/>
                </a:solidFill>
              </a:rPr>
              <a:t>Apps, </a:t>
            </a:r>
            <a:r>
              <a:rPr lang="fr-FR" sz="1200" b="1">
                <a:solidFill>
                  <a:schemeClr val="bg1"/>
                </a:solidFill>
              </a:rPr>
              <a:t>Data et IA</a:t>
            </a:r>
            <a:endParaRPr lang="fr-FR" sz="1200" noProof="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lang="fr-FR" sz="1200" b="1" noProof="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Microsoft 365</a:t>
            </a:r>
            <a:r>
              <a:rPr lang="fr-FR" sz="1200" noProof="0">
                <a:solidFill>
                  <a:schemeClr val="bg1"/>
                </a:solidFill>
              </a:rPr>
              <a:t> :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noProof="0">
                <a:solidFill>
                  <a:schemeClr val="bg1"/>
                </a:solidFill>
              </a:rPr>
              <a:t>Conseil, accompagnement et implémentation de </a:t>
            </a:r>
            <a:r>
              <a:rPr lang="fr-FR" sz="1200" b="1" noProof="0">
                <a:solidFill>
                  <a:schemeClr val="bg1"/>
                </a:solidFill>
              </a:rPr>
              <a:t>Digital Workplace </a:t>
            </a:r>
            <a:r>
              <a:rPr lang="fr-FR" sz="1200" noProof="0">
                <a:solidFill>
                  <a:schemeClr val="bg1"/>
                </a:solidFill>
              </a:rPr>
              <a:t>et solutions </a:t>
            </a:r>
            <a:r>
              <a:rPr lang="fr-FR" sz="1200" b="1" noProof="0">
                <a:solidFill>
                  <a:schemeClr val="bg1"/>
                </a:solidFill>
              </a:rPr>
              <a:t>Teams as a platform</a:t>
            </a:r>
            <a:endParaRPr lang="fr-FR" sz="120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lang="fr-FR" sz="1200" b="1" noProof="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Low code / Power platform </a:t>
            </a:r>
            <a:r>
              <a:rPr lang="fr-FR" sz="1200" noProof="0">
                <a:solidFill>
                  <a:schemeClr val="bg1"/>
                </a:solidFill>
              </a:rPr>
              <a:t>: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Centres d’excellence et gouvernance</a:t>
            </a:r>
            <a:r>
              <a:rPr lang="fr-FR" sz="1200" noProof="0">
                <a:solidFill>
                  <a:schemeClr val="bg1"/>
                </a:solidFill>
              </a:rPr>
              <a:t> des solutions </a:t>
            </a:r>
            <a:r>
              <a:rPr lang="fr-FR" sz="1200" b="1" noProof="0">
                <a:solidFill>
                  <a:schemeClr val="bg1"/>
                </a:solidFill>
              </a:rPr>
              <a:t>Power BI, Power Apps, Automate et </a:t>
            </a:r>
            <a:r>
              <a:rPr lang="fr-FR" sz="1200" b="1" noProof="0" err="1">
                <a:solidFill>
                  <a:schemeClr val="bg1"/>
                </a:solidFill>
              </a:rPr>
              <a:t>Virtua</a:t>
            </a:r>
            <a:r>
              <a:rPr lang="fr-FR" sz="1200" b="1">
                <a:solidFill>
                  <a:schemeClr val="bg1"/>
                </a:solidFill>
              </a:rPr>
              <a:t>l Agent</a:t>
            </a:r>
            <a:endParaRPr lang="fr-FR" sz="1200" b="1" noProof="0">
              <a:solidFill>
                <a:schemeClr val="bg1"/>
              </a:solidFill>
            </a:endParaRPr>
          </a:p>
        </p:txBody>
      </p:sp>
      <p:sp>
        <p:nvSpPr>
          <p:cNvPr id="21" name="ZoneTexte 20">
            <a:extLst>
              <a:ext uri="{FF2B5EF4-FFF2-40B4-BE49-F238E27FC236}">
                <a16:creationId xmlns:a16="http://schemas.microsoft.com/office/drawing/2014/main" id="{14FE1E3B-9767-4A9F-A2CA-69BC01B593F7}"/>
              </a:ext>
            </a:extLst>
          </p:cNvPr>
          <p:cNvSpPr txBox="1"/>
          <p:nvPr userDrawn="1"/>
        </p:nvSpPr>
        <p:spPr>
          <a:xfrm>
            <a:off x="4838007" y="3609289"/>
            <a:ext cx="2793587" cy="369332"/>
          </a:xfrm>
          <a:prstGeom prst="rect">
            <a:avLst/>
          </a:prstGeom>
          <a:noFill/>
        </p:spPr>
        <p:txBody>
          <a:bodyPr wrap="square" rtlCol="0">
            <a:spAutoFit/>
          </a:bodyPr>
          <a:lstStyle/>
          <a:p>
            <a:r>
              <a:rPr lang="fr-FR">
                <a:solidFill>
                  <a:schemeClr val="bg1"/>
                </a:solidFill>
                <a:latin typeface="+mj-lt"/>
              </a:rPr>
              <a:t>Compétences reconnues</a:t>
            </a:r>
          </a:p>
        </p:txBody>
      </p:sp>
      <p:sp>
        <p:nvSpPr>
          <p:cNvPr id="22" name="ZoneTexte 21">
            <a:extLst>
              <a:ext uri="{FF2B5EF4-FFF2-40B4-BE49-F238E27FC236}">
                <a16:creationId xmlns:a16="http://schemas.microsoft.com/office/drawing/2014/main" id="{D90928AB-BE66-4A5B-8592-EB191AD113A5}"/>
              </a:ext>
            </a:extLst>
          </p:cNvPr>
          <p:cNvSpPr txBox="1"/>
          <p:nvPr userDrawn="1"/>
        </p:nvSpPr>
        <p:spPr>
          <a:xfrm>
            <a:off x="4216433" y="4109280"/>
            <a:ext cx="3417426" cy="1800493"/>
          </a:xfrm>
          <a:prstGeom prst="rect">
            <a:avLst/>
          </a:prstGeom>
          <a:noFill/>
        </p:spPr>
        <p:txBody>
          <a:bodyPr wrap="square" rtlCol="0">
            <a:spAutoFit/>
          </a:bodyPr>
          <a:lstStyle/>
          <a:p>
            <a:pPr>
              <a:spcAft>
                <a:spcPts val="600"/>
              </a:spcAft>
              <a:defRPr/>
            </a:pPr>
            <a:r>
              <a:rPr lang="fr-FR" sz="1200" b="1" noProof="0" dirty="0">
                <a:solidFill>
                  <a:schemeClr val="bg1"/>
                </a:solidFill>
              </a:rPr>
              <a:t>10 compétences Gold </a:t>
            </a:r>
            <a:r>
              <a:rPr lang="fr-FR" sz="1200" b="1" noProof="0" dirty="0" err="1">
                <a:solidFill>
                  <a:schemeClr val="bg1"/>
                </a:solidFill>
              </a:rPr>
              <a:t>partner</a:t>
            </a:r>
            <a:endParaRPr lang="fr-FR" sz="1200" b="1" noProof="0" dirty="0">
              <a:solidFill>
                <a:schemeClr val="bg1"/>
              </a:solidFill>
            </a:endParaRPr>
          </a:p>
          <a:p>
            <a:pPr>
              <a:spcAft>
                <a:spcPts val="600"/>
              </a:spcAft>
              <a:defRPr/>
            </a:pPr>
            <a:r>
              <a:rPr lang="fr-FR" sz="1200" b="1" noProof="0" dirty="0">
                <a:solidFill>
                  <a:schemeClr val="bg1"/>
                </a:solidFill>
              </a:rPr>
              <a:t>3 Advanced </a:t>
            </a:r>
            <a:r>
              <a:rPr lang="fr-FR" sz="1200" b="1" noProof="0" dirty="0" err="1">
                <a:solidFill>
                  <a:schemeClr val="bg1"/>
                </a:solidFill>
              </a:rPr>
              <a:t>Specializations</a:t>
            </a:r>
            <a:r>
              <a:rPr lang="fr-FR" sz="1200" b="1" noProof="0" dirty="0">
                <a:solidFill>
                  <a:schemeClr val="bg1"/>
                </a:solidFill>
              </a:rPr>
              <a:t> : </a:t>
            </a:r>
            <a:r>
              <a:rPr lang="fr-FR" sz="1200" b="0" noProof="0" dirty="0">
                <a:solidFill>
                  <a:schemeClr val="bg1"/>
                </a:solidFill>
              </a:rPr>
              <a:t>Modernisation des </a:t>
            </a:r>
            <a:r>
              <a:rPr lang="fr-FR" sz="1200" noProof="0" dirty="0">
                <a:solidFill>
                  <a:schemeClr val="bg1"/>
                </a:solidFill>
              </a:rPr>
              <a:t>applications web, Azure Data Analytics, Low Code Application </a:t>
            </a:r>
            <a:r>
              <a:rPr lang="fr-FR" sz="1200" noProof="0" dirty="0" err="1">
                <a:solidFill>
                  <a:schemeClr val="bg1"/>
                </a:solidFill>
              </a:rPr>
              <a:t>Development</a:t>
            </a:r>
            <a:endParaRPr lang="fr-FR" sz="1200" dirty="0">
              <a:solidFill>
                <a:schemeClr val="bg1"/>
              </a:solidFill>
            </a:endParaRPr>
          </a:p>
          <a:p>
            <a:pPr>
              <a:spcAft>
                <a:spcPts val="600"/>
              </a:spcAft>
              <a:defRPr/>
            </a:pPr>
            <a:r>
              <a:rPr lang="fr-FR" sz="1200" dirty="0">
                <a:solidFill>
                  <a:schemeClr val="bg1"/>
                </a:solidFill>
              </a:rPr>
              <a:t>Partenaire Gold </a:t>
            </a:r>
            <a:r>
              <a:rPr lang="fr-FR" sz="1200" b="1" dirty="0">
                <a:solidFill>
                  <a:schemeClr val="bg1"/>
                </a:solidFill>
              </a:rPr>
              <a:t>Powell Software</a:t>
            </a:r>
            <a:endParaRPr lang="fr-FR" sz="1200" noProof="0" dirty="0">
              <a:solidFill>
                <a:schemeClr val="bg1"/>
              </a:solidFill>
            </a:endParaRPr>
          </a:p>
          <a:p>
            <a:pPr>
              <a:spcAft>
                <a:spcPts val="600"/>
              </a:spcAft>
              <a:defRPr/>
            </a:pPr>
            <a:r>
              <a:rPr lang="fr-FR" sz="1200" dirty="0">
                <a:solidFill>
                  <a:schemeClr val="bg1"/>
                </a:solidFill>
              </a:rPr>
              <a:t>Experts et consultants certifiés sur les solutions </a:t>
            </a:r>
            <a:r>
              <a:rPr lang="fr-FR" sz="1200" dirty="0" err="1">
                <a:solidFill>
                  <a:schemeClr val="bg1"/>
                </a:solidFill>
              </a:rPr>
              <a:t>Databricks</a:t>
            </a:r>
            <a:r>
              <a:rPr lang="fr-FR" sz="1200" dirty="0">
                <a:solidFill>
                  <a:schemeClr val="bg1"/>
                </a:solidFill>
              </a:rPr>
              <a:t>, </a:t>
            </a:r>
            <a:r>
              <a:rPr lang="fr-FR" sz="1200" dirty="0" err="1">
                <a:solidFill>
                  <a:schemeClr val="bg1"/>
                </a:solidFill>
              </a:rPr>
              <a:t>Nintex</a:t>
            </a:r>
            <a:r>
              <a:rPr lang="fr-FR" sz="1200" dirty="0">
                <a:solidFill>
                  <a:schemeClr val="bg1"/>
                </a:solidFill>
              </a:rPr>
              <a:t>, Klaxoon ainsi que sur les méthodologies SCRUM et PROSCI</a:t>
            </a:r>
            <a:endParaRPr lang="fr-FR" sz="1200" noProof="0" dirty="0">
              <a:solidFill>
                <a:schemeClr val="bg1"/>
              </a:solidFill>
            </a:endParaRPr>
          </a:p>
        </p:txBody>
      </p:sp>
      <p:grpSp>
        <p:nvGrpSpPr>
          <p:cNvPr id="25" name="Groupe 24">
            <a:extLst>
              <a:ext uri="{FF2B5EF4-FFF2-40B4-BE49-F238E27FC236}">
                <a16:creationId xmlns:a16="http://schemas.microsoft.com/office/drawing/2014/main" id="{C432FBF0-4CCC-4B28-9C4A-0B8F9F4452CF}"/>
              </a:ext>
            </a:extLst>
          </p:cNvPr>
          <p:cNvGrpSpPr/>
          <p:nvPr userDrawn="1"/>
        </p:nvGrpSpPr>
        <p:grpSpPr>
          <a:xfrm>
            <a:off x="4266308" y="1905213"/>
            <a:ext cx="441357" cy="441357"/>
            <a:chOff x="2369213" y="5618276"/>
            <a:chExt cx="441357" cy="441357"/>
          </a:xfrm>
        </p:grpSpPr>
        <p:pic>
          <p:nvPicPr>
            <p:cNvPr id="26" name="Image 25">
              <a:extLst>
                <a:ext uri="{FF2B5EF4-FFF2-40B4-BE49-F238E27FC236}">
                  <a16:creationId xmlns:a16="http://schemas.microsoft.com/office/drawing/2014/main" id="{FC97D212-A5F9-4EDC-937E-423B282C2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27" name="ZoneTexte 26">
              <a:extLst>
                <a:ext uri="{FF2B5EF4-FFF2-40B4-BE49-F238E27FC236}">
                  <a16:creationId xmlns:a16="http://schemas.microsoft.com/office/drawing/2014/main" id="{4EAA7CB6-8397-4D74-9A40-CEF5C149E91D}"/>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29" name="Groupe 28">
            <a:extLst>
              <a:ext uri="{FF2B5EF4-FFF2-40B4-BE49-F238E27FC236}">
                <a16:creationId xmlns:a16="http://schemas.microsoft.com/office/drawing/2014/main" id="{F093A91C-A5EB-4FFE-B74E-84BB5F7E37FD}"/>
              </a:ext>
            </a:extLst>
          </p:cNvPr>
          <p:cNvGrpSpPr/>
          <p:nvPr userDrawn="1"/>
        </p:nvGrpSpPr>
        <p:grpSpPr>
          <a:xfrm>
            <a:off x="4266308" y="3580959"/>
            <a:ext cx="441357" cy="441357"/>
            <a:chOff x="2369213" y="5618276"/>
            <a:chExt cx="441357" cy="441357"/>
          </a:xfrm>
        </p:grpSpPr>
        <p:pic>
          <p:nvPicPr>
            <p:cNvPr id="31" name="Image 30">
              <a:extLst>
                <a:ext uri="{FF2B5EF4-FFF2-40B4-BE49-F238E27FC236}">
                  <a16:creationId xmlns:a16="http://schemas.microsoft.com/office/drawing/2014/main" id="{32EE5569-EBED-473E-9E05-E237D90E3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2" name="ZoneTexte 31">
              <a:extLst>
                <a:ext uri="{FF2B5EF4-FFF2-40B4-BE49-F238E27FC236}">
                  <a16:creationId xmlns:a16="http://schemas.microsoft.com/office/drawing/2014/main" id="{4FC3C52F-46A6-47F8-B3E5-26CCC2E5A4F5}"/>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33" name="Groupe 32">
            <a:extLst>
              <a:ext uri="{FF2B5EF4-FFF2-40B4-BE49-F238E27FC236}">
                <a16:creationId xmlns:a16="http://schemas.microsoft.com/office/drawing/2014/main" id="{660281C0-B324-47AE-B884-23A8807AD494}"/>
              </a:ext>
            </a:extLst>
          </p:cNvPr>
          <p:cNvGrpSpPr/>
          <p:nvPr userDrawn="1"/>
        </p:nvGrpSpPr>
        <p:grpSpPr>
          <a:xfrm>
            <a:off x="8032489" y="1924301"/>
            <a:ext cx="441357" cy="441357"/>
            <a:chOff x="2369213" y="5618276"/>
            <a:chExt cx="441357" cy="441357"/>
          </a:xfrm>
        </p:grpSpPr>
        <p:pic>
          <p:nvPicPr>
            <p:cNvPr id="34" name="Image 33">
              <a:extLst>
                <a:ext uri="{FF2B5EF4-FFF2-40B4-BE49-F238E27FC236}">
                  <a16:creationId xmlns:a16="http://schemas.microsoft.com/office/drawing/2014/main" id="{8901E6AE-DAFE-4772-BD3D-2F77699FF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5" name="ZoneTexte 34">
              <a:extLst>
                <a:ext uri="{FF2B5EF4-FFF2-40B4-BE49-F238E27FC236}">
                  <a16:creationId xmlns:a16="http://schemas.microsoft.com/office/drawing/2014/main" id="{21139FD4-D0F2-4935-BCF2-0F04FCDAC1D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pic>
        <p:nvPicPr>
          <p:cNvPr id="39" name="Image 38" descr="Une image contenant texte&#10;&#10;Description générée automatiquement">
            <a:extLst>
              <a:ext uri="{FF2B5EF4-FFF2-40B4-BE49-F238E27FC236}">
                <a16:creationId xmlns:a16="http://schemas.microsoft.com/office/drawing/2014/main" id="{06033A43-BA97-4980-AA62-462FCCFECFC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4734" r="12222"/>
          <a:stretch/>
        </p:blipFill>
        <p:spPr>
          <a:xfrm>
            <a:off x="493348" y="2144977"/>
            <a:ext cx="1643645" cy="1498983"/>
          </a:xfrm>
          <a:prstGeom prst="rect">
            <a:avLst/>
          </a:prstGeom>
        </p:spPr>
      </p:pic>
      <p:pic>
        <p:nvPicPr>
          <p:cNvPr id="40" name="Image 39">
            <a:extLst>
              <a:ext uri="{FF2B5EF4-FFF2-40B4-BE49-F238E27FC236}">
                <a16:creationId xmlns:a16="http://schemas.microsoft.com/office/drawing/2014/main" id="{18D040A7-34F2-4CAF-8D5A-B574E821B528}"/>
              </a:ext>
            </a:extLst>
          </p:cNvPr>
          <p:cNvPicPr>
            <a:picLocks noChangeAspect="1"/>
          </p:cNvPicPr>
          <p:nvPr userDrawn="1"/>
        </p:nvPicPr>
        <p:blipFill>
          <a:blip r:embed="rId7"/>
          <a:stretch>
            <a:fillRect/>
          </a:stretch>
        </p:blipFill>
        <p:spPr>
          <a:xfrm>
            <a:off x="435430" y="3770848"/>
            <a:ext cx="1759868" cy="1600511"/>
          </a:xfrm>
          <a:prstGeom prst="rect">
            <a:avLst/>
          </a:prstGeom>
        </p:spPr>
      </p:pic>
    </p:spTree>
    <p:extLst>
      <p:ext uri="{BB962C8B-B14F-4D97-AF65-F5344CB8AC3E}">
        <p14:creationId xmlns:p14="http://schemas.microsoft.com/office/powerpoint/2010/main" val="2943282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Partenariat Microsof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374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14" name="ZoneTexte 13">
            <a:extLst>
              <a:ext uri="{FF2B5EF4-FFF2-40B4-BE49-F238E27FC236}">
                <a16:creationId xmlns:a16="http://schemas.microsoft.com/office/drawing/2014/main" id="{DC4F0214-2EDC-44D6-B9B1-288CDA91F1C8}"/>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L’excellence du partenariat Microsoft</a:t>
            </a: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a:stretch/>
        </p:blipFill>
        <p:spPr>
          <a:xfrm>
            <a:off x="-3740" y="1821815"/>
            <a:ext cx="2743200" cy="3792041"/>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70949"/>
          <a:stretch/>
        </p:blipFill>
        <p:spPr>
          <a:xfrm>
            <a:off x="3176994" y="1810561"/>
            <a:ext cx="596865" cy="3773751"/>
          </a:xfrm>
          <a:prstGeom prst="rect">
            <a:avLst/>
          </a:prstGeom>
        </p:spPr>
      </p:pic>
      <p:sp>
        <p:nvSpPr>
          <p:cNvPr id="16" name="ZoneTexte 15">
            <a:extLst>
              <a:ext uri="{FF2B5EF4-FFF2-40B4-BE49-F238E27FC236}">
                <a16:creationId xmlns:a16="http://schemas.microsoft.com/office/drawing/2014/main" id="{4ABADA7E-BDB5-457B-BE73-D8F8982B681F}"/>
              </a:ext>
            </a:extLst>
          </p:cNvPr>
          <p:cNvSpPr txBox="1"/>
          <p:nvPr userDrawn="1"/>
        </p:nvSpPr>
        <p:spPr>
          <a:xfrm>
            <a:off x="4917881" y="4961943"/>
            <a:ext cx="2790812" cy="369332"/>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solidFill>
                  <a:schemeClr val="bg1"/>
                </a:solidFill>
                <a:latin typeface="+mj-lt"/>
              </a:rPr>
              <a:t>Partenaire historique</a:t>
            </a:r>
          </a:p>
        </p:txBody>
      </p:sp>
      <p:sp>
        <p:nvSpPr>
          <p:cNvPr id="17" name="ZoneTexte 16">
            <a:extLst>
              <a:ext uri="{FF2B5EF4-FFF2-40B4-BE49-F238E27FC236}">
                <a16:creationId xmlns:a16="http://schemas.microsoft.com/office/drawing/2014/main" id="{F9CF77C2-4AC6-4C9E-BD40-AC2FF29F69C8}"/>
              </a:ext>
            </a:extLst>
          </p:cNvPr>
          <p:cNvSpPr txBox="1"/>
          <p:nvPr userDrawn="1"/>
        </p:nvSpPr>
        <p:spPr>
          <a:xfrm>
            <a:off x="4293531" y="5454251"/>
            <a:ext cx="6863007" cy="538609"/>
          </a:xfrm>
          <a:prstGeom prst="rect">
            <a:avLst/>
          </a:prstGeom>
          <a:noFill/>
        </p:spPr>
        <p:txBody>
          <a:bodyPr wrap="square" rtlCol="0">
            <a:spAutoFit/>
          </a:bodyPr>
          <a:lstStyle/>
          <a:p>
            <a:pPr>
              <a:spcAft>
                <a:spcPts val="600"/>
              </a:spcAft>
              <a:defRPr/>
            </a:pPr>
            <a:r>
              <a:rPr lang="fr-FR" sz="1200">
                <a:solidFill>
                  <a:schemeClr val="bg1"/>
                </a:solidFill>
              </a:rPr>
              <a:t>La </a:t>
            </a:r>
            <a:r>
              <a:rPr lang="fr-FR" sz="1200" b="1">
                <a:solidFill>
                  <a:schemeClr val="bg1"/>
                </a:solidFill>
              </a:rPr>
              <a:t>confiance renouvelée de Microsoft depuis </a:t>
            </a:r>
            <a:r>
              <a:rPr lang="fr-FR" sz="1200" b="1" noProof="0">
                <a:solidFill>
                  <a:schemeClr val="bg1"/>
                </a:solidFill>
              </a:rPr>
              <a:t>18 ans</a:t>
            </a:r>
            <a:endParaRPr lang="fr-FR" sz="1200" b="1">
              <a:solidFill>
                <a:schemeClr val="bg1"/>
              </a:solidFill>
            </a:endParaRPr>
          </a:p>
          <a:p>
            <a:pPr>
              <a:spcAft>
                <a:spcPts val="600"/>
              </a:spcAft>
              <a:defRPr/>
            </a:pPr>
            <a:r>
              <a:rPr lang="fr-FR" sz="1200" b="1" noProof="0">
                <a:solidFill>
                  <a:schemeClr val="bg1"/>
                </a:solidFill>
              </a:rPr>
              <a:t>Partner of the </a:t>
            </a:r>
            <a:r>
              <a:rPr lang="fr-FR" sz="1200" b="1" noProof="0" err="1">
                <a:solidFill>
                  <a:schemeClr val="bg1"/>
                </a:solidFill>
              </a:rPr>
              <a:t>year</a:t>
            </a:r>
            <a:r>
              <a:rPr lang="fr-FR" sz="1200" b="1">
                <a:solidFill>
                  <a:schemeClr val="bg1"/>
                </a:solidFill>
              </a:rPr>
              <a:t> 2016 </a:t>
            </a:r>
            <a:r>
              <a:rPr lang="fr-FR" sz="1200" b="0">
                <a:solidFill>
                  <a:schemeClr val="bg1"/>
                </a:solidFill>
              </a:rPr>
              <a:t>et i</a:t>
            </a:r>
            <a:r>
              <a:rPr lang="fr-FR" sz="1200">
                <a:solidFill>
                  <a:schemeClr val="bg1"/>
                </a:solidFill>
              </a:rPr>
              <a:t>ncubateur de </a:t>
            </a:r>
            <a:r>
              <a:rPr lang="fr-FR" sz="1200" noProof="0">
                <a:solidFill>
                  <a:schemeClr val="bg1"/>
                </a:solidFill>
              </a:rPr>
              <a:t>l’éditeur </a:t>
            </a:r>
            <a:r>
              <a:rPr lang="fr-FR" sz="1200" b="1" noProof="0">
                <a:solidFill>
                  <a:schemeClr val="bg1"/>
                </a:solidFill>
              </a:rPr>
              <a:t>Powell Software</a:t>
            </a:r>
            <a:endParaRPr lang="fr-FR" sz="1200" noProof="0">
              <a:solidFill>
                <a:schemeClr val="bg1"/>
              </a:solidFill>
            </a:endParaRPr>
          </a:p>
        </p:txBody>
      </p:sp>
      <p:sp>
        <p:nvSpPr>
          <p:cNvPr id="18" name="ZoneTexte 17">
            <a:extLst>
              <a:ext uri="{FF2B5EF4-FFF2-40B4-BE49-F238E27FC236}">
                <a16:creationId xmlns:a16="http://schemas.microsoft.com/office/drawing/2014/main" id="{010FABD4-BBA9-4583-AE75-BBA21FF85866}"/>
              </a:ext>
            </a:extLst>
          </p:cNvPr>
          <p:cNvSpPr txBox="1"/>
          <p:nvPr userDrawn="1"/>
        </p:nvSpPr>
        <p:spPr>
          <a:xfrm>
            <a:off x="4829166" y="1572111"/>
            <a:ext cx="3120699" cy="369332"/>
          </a:xfrm>
          <a:prstGeom prst="rect">
            <a:avLst/>
          </a:prstGeom>
          <a:noFill/>
        </p:spPr>
        <p:txBody>
          <a:bodyPr wrap="square" rtlCol="0">
            <a:spAutoFit/>
          </a:bodyPr>
          <a:lstStyle/>
          <a:p>
            <a:r>
              <a:rPr lang="fr-FR">
                <a:solidFill>
                  <a:schemeClr val="bg1"/>
                </a:solidFill>
                <a:latin typeface="+mj-lt"/>
              </a:rPr>
              <a:t>Expert du cloud d’entreprise</a:t>
            </a:r>
          </a:p>
        </p:txBody>
      </p:sp>
      <p:sp>
        <p:nvSpPr>
          <p:cNvPr id="19" name="ZoneTexte 18">
            <a:extLst>
              <a:ext uri="{FF2B5EF4-FFF2-40B4-BE49-F238E27FC236}">
                <a16:creationId xmlns:a16="http://schemas.microsoft.com/office/drawing/2014/main" id="{6EF8D3F6-541A-49E6-845E-5AFA91F34D04}"/>
              </a:ext>
            </a:extLst>
          </p:cNvPr>
          <p:cNvSpPr txBox="1"/>
          <p:nvPr userDrawn="1"/>
        </p:nvSpPr>
        <p:spPr>
          <a:xfrm>
            <a:off x="4202553" y="2083510"/>
            <a:ext cx="6065820" cy="75405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fr-FR" sz="1400" b="1" noProof="0">
                <a:solidFill>
                  <a:schemeClr val="bg1"/>
                </a:solidFill>
              </a:rPr>
              <a:t>Azure |</a:t>
            </a:r>
            <a:r>
              <a:rPr lang="fr-FR" sz="1400" noProof="0">
                <a:solidFill>
                  <a:schemeClr val="bg1"/>
                </a:solidFill>
              </a:rPr>
              <a:t> </a:t>
            </a:r>
            <a:r>
              <a:rPr lang="fr-FR" sz="1400" b="1" noProof="0">
                <a:solidFill>
                  <a:schemeClr val="bg1"/>
                </a:solidFill>
              </a:rPr>
              <a:t>Microsoft 365 | Power platform </a:t>
            </a:r>
            <a:r>
              <a:rPr lang="fr-FR" sz="1400" noProof="0">
                <a:solidFill>
                  <a:schemeClr val="bg1"/>
                </a:solidFill>
              </a:rPr>
              <a:t>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0" noProof="0">
                <a:solidFill>
                  <a:schemeClr val="bg1"/>
                </a:solidFill>
              </a:rPr>
              <a:t>Expériences et compétences sur les</a:t>
            </a:r>
            <a:r>
              <a:rPr lang="fr-FR" sz="1200" b="1" noProof="0">
                <a:solidFill>
                  <a:schemeClr val="bg1"/>
                </a:solidFill>
              </a:rPr>
              <a:t> solutions technologiques leaders en entreprise, </a:t>
            </a:r>
            <a:r>
              <a:rPr lang="fr-FR" sz="1200" b="0" noProof="0">
                <a:solidFill>
                  <a:schemeClr val="bg1"/>
                </a:solidFill>
              </a:rPr>
              <a:t>au service de l’</a:t>
            </a:r>
            <a:r>
              <a:rPr lang="fr-FR" sz="1200" b="1" noProof="0">
                <a:solidFill>
                  <a:schemeClr val="bg1"/>
                </a:solidFill>
              </a:rPr>
              <a:t>innovation </a:t>
            </a:r>
            <a:r>
              <a:rPr lang="fr-FR" sz="1200" b="0" noProof="0">
                <a:solidFill>
                  <a:schemeClr val="bg1"/>
                </a:solidFill>
              </a:rPr>
              <a:t>et de la</a:t>
            </a:r>
            <a:r>
              <a:rPr lang="fr-FR" sz="1200" b="1" noProof="0">
                <a:solidFill>
                  <a:schemeClr val="bg1"/>
                </a:solidFill>
              </a:rPr>
              <a:t> transformation des métiers</a:t>
            </a:r>
          </a:p>
        </p:txBody>
      </p:sp>
      <p:sp>
        <p:nvSpPr>
          <p:cNvPr id="21" name="ZoneTexte 20">
            <a:extLst>
              <a:ext uri="{FF2B5EF4-FFF2-40B4-BE49-F238E27FC236}">
                <a16:creationId xmlns:a16="http://schemas.microsoft.com/office/drawing/2014/main" id="{14FE1E3B-9767-4A9F-A2CA-69BC01B593F7}"/>
              </a:ext>
            </a:extLst>
          </p:cNvPr>
          <p:cNvSpPr txBox="1"/>
          <p:nvPr userDrawn="1"/>
        </p:nvSpPr>
        <p:spPr>
          <a:xfrm>
            <a:off x="4903012" y="3249911"/>
            <a:ext cx="2793587" cy="369332"/>
          </a:xfrm>
          <a:prstGeom prst="rect">
            <a:avLst/>
          </a:prstGeom>
          <a:noFill/>
        </p:spPr>
        <p:txBody>
          <a:bodyPr wrap="square" rtlCol="0">
            <a:spAutoFit/>
          </a:bodyPr>
          <a:lstStyle/>
          <a:p>
            <a:r>
              <a:rPr lang="fr-FR">
                <a:solidFill>
                  <a:schemeClr val="bg1"/>
                </a:solidFill>
                <a:latin typeface="+mj-lt"/>
              </a:rPr>
              <a:t>Compétences reconnues</a:t>
            </a:r>
          </a:p>
        </p:txBody>
      </p:sp>
      <p:sp>
        <p:nvSpPr>
          <p:cNvPr id="22" name="ZoneTexte 21">
            <a:extLst>
              <a:ext uri="{FF2B5EF4-FFF2-40B4-BE49-F238E27FC236}">
                <a16:creationId xmlns:a16="http://schemas.microsoft.com/office/drawing/2014/main" id="{D90928AB-BE66-4A5B-8592-EB191AD113A5}"/>
              </a:ext>
            </a:extLst>
          </p:cNvPr>
          <p:cNvSpPr txBox="1"/>
          <p:nvPr userDrawn="1"/>
        </p:nvSpPr>
        <p:spPr>
          <a:xfrm>
            <a:off x="4281437" y="3749902"/>
            <a:ext cx="6305283" cy="984885"/>
          </a:xfrm>
          <a:prstGeom prst="rect">
            <a:avLst/>
          </a:prstGeom>
          <a:noFill/>
        </p:spPr>
        <p:txBody>
          <a:bodyPr wrap="square" rtlCol="0">
            <a:spAutoFit/>
          </a:bodyPr>
          <a:lstStyle/>
          <a:p>
            <a:pPr>
              <a:spcAft>
                <a:spcPts val="600"/>
              </a:spcAft>
              <a:defRPr/>
            </a:pPr>
            <a:r>
              <a:rPr lang="fr-FR" sz="1200" b="1" noProof="0" dirty="0">
                <a:solidFill>
                  <a:schemeClr val="bg1"/>
                </a:solidFill>
              </a:rPr>
              <a:t>10 compétences Gold </a:t>
            </a:r>
            <a:r>
              <a:rPr lang="fr-FR" sz="1200" b="1" noProof="0" dirty="0" err="1">
                <a:solidFill>
                  <a:schemeClr val="bg1"/>
                </a:solidFill>
              </a:rPr>
              <a:t>partner</a:t>
            </a:r>
            <a:endParaRPr lang="fr-FR" sz="1200" b="1" noProof="0" dirty="0">
              <a:solidFill>
                <a:schemeClr val="bg1"/>
              </a:solidFill>
            </a:endParaRPr>
          </a:p>
          <a:p>
            <a:pPr>
              <a:spcAft>
                <a:spcPts val="600"/>
              </a:spcAft>
              <a:defRPr/>
            </a:pPr>
            <a:r>
              <a:rPr lang="fr-FR" sz="1200" b="1" noProof="0" dirty="0">
                <a:solidFill>
                  <a:schemeClr val="bg1"/>
                </a:solidFill>
              </a:rPr>
              <a:t>3 Advanced </a:t>
            </a:r>
            <a:r>
              <a:rPr lang="fr-FR" sz="1200" b="1" noProof="0" dirty="0" err="1">
                <a:solidFill>
                  <a:schemeClr val="bg1"/>
                </a:solidFill>
              </a:rPr>
              <a:t>Specializations</a:t>
            </a:r>
            <a:r>
              <a:rPr lang="fr-FR" sz="1200" b="1" noProof="0" dirty="0">
                <a:solidFill>
                  <a:schemeClr val="bg1"/>
                </a:solidFill>
              </a:rPr>
              <a:t> : </a:t>
            </a:r>
            <a:r>
              <a:rPr lang="fr-FR" sz="1200" b="0" noProof="0" dirty="0">
                <a:solidFill>
                  <a:schemeClr val="bg1"/>
                </a:solidFill>
              </a:rPr>
              <a:t>Modernisation des </a:t>
            </a:r>
            <a:r>
              <a:rPr lang="fr-FR" sz="1200" noProof="0" dirty="0">
                <a:solidFill>
                  <a:schemeClr val="bg1"/>
                </a:solidFill>
              </a:rPr>
              <a:t>applications web, Azure Data Analytics, Low Code Application </a:t>
            </a:r>
            <a:r>
              <a:rPr lang="fr-FR" sz="1200" noProof="0" dirty="0" err="1">
                <a:solidFill>
                  <a:schemeClr val="bg1"/>
                </a:solidFill>
              </a:rPr>
              <a:t>Development</a:t>
            </a:r>
            <a:endParaRPr lang="fr-FR" sz="1200" dirty="0">
              <a:solidFill>
                <a:schemeClr val="bg1"/>
              </a:solidFill>
            </a:endParaRPr>
          </a:p>
          <a:p>
            <a:pPr>
              <a:spcAft>
                <a:spcPts val="600"/>
              </a:spcAft>
              <a:defRPr/>
            </a:pPr>
            <a:r>
              <a:rPr lang="fr-FR" sz="1200" dirty="0">
                <a:solidFill>
                  <a:schemeClr val="bg1"/>
                </a:solidFill>
              </a:rPr>
              <a:t>Gold </a:t>
            </a:r>
            <a:r>
              <a:rPr lang="fr-FR" sz="1200" b="1" dirty="0">
                <a:solidFill>
                  <a:schemeClr val="bg1"/>
                </a:solidFill>
              </a:rPr>
              <a:t>Powell Software, </a:t>
            </a:r>
            <a:r>
              <a:rPr lang="fr-FR" sz="1200" b="0" dirty="0">
                <a:solidFill>
                  <a:schemeClr val="bg1"/>
                </a:solidFill>
              </a:rPr>
              <a:t>certifications </a:t>
            </a:r>
            <a:r>
              <a:rPr lang="fr-FR" sz="1200" b="1" dirty="0" err="1">
                <a:solidFill>
                  <a:schemeClr val="bg1"/>
                </a:solidFill>
              </a:rPr>
              <a:t>Databricks</a:t>
            </a:r>
            <a:r>
              <a:rPr lang="fr-FR" sz="1200" b="1" dirty="0">
                <a:solidFill>
                  <a:schemeClr val="bg1"/>
                </a:solidFill>
              </a:rPr>
              <a:t>, </a:t>
            </a:r>
            <a:r>
              <a:rPr lang="fr-FR" sz="1200" b="1" dirty="0" err="1">
                <a:solidFill>
                  <a:schemeClr val="bg1"/>
                </a:solidFill>
              </a:rPr>
              <a:t>Nintex</a:t>
            </a:r>
            <a:r>
              <a:rPr lang="fr-FR" sz="1200" b="1" dirty="0">
                <a:solidFill>
                  <a:schemeClr val="bg1"/>
                </a:solidFill>
              </a:rPr>
              <a:t>, Klaxoon, SCRUM</a:t>
            </a:r>
            <a:r>
              <a:rPr lang="fr-FR" sz="1200" dirty="0">
                <a:solidFill>
                  <a:schemeClr val="bg1"/>
                </a:solidFill>
              </a:rPr>
              <a:t> et </a:t>
            </a:r>
            <a:r>
              <a:rPr lang="fr-FR" sz="1200" b="1" dirty="0">
                <a:solidFill>
                  <a:schemeClr val="bg1"/>
                </a:solidFill>
              </a:rPr>
              <a:t>PROSCI</a:t>
            </a:r>
            <a:endParaRPr lang="fr-FR" sz="1200" b="1" noProof="0" dirty="0">
              <a:solidFill>
                <a:schemeClr val="bg1"/>
              </a:solidFill>
            </a:endParaRPr>
          </a:p>
        </p:txBody>
      </p:sp>
      <p:grpSp>
        <p:nvGrpSpPr>
          <p:cNvPr id="25" name="Groupe 24">
            <a:extLst>
              <a:ext uri="{FF2B5EF4-FFF2-40B4-BE49-F238E27FC236}">
                <a16:creationId xmlns:a16="http://schemas.microsoft.com/office/drawing/2014/main" id="{C432FBF0-4CCC-4B28-9C4A-0B8F9F4452CF}"/>
              </a:ext>
            </a:extLst>
          </p:cNvPr>
          <p:cNvGrpSpPr/>
          <p:nvPr userDrawn="1"/>
        </p:nvGrpSpPr>
        <p:grpSpPr>
          <a:xfrm>
            <a:off x="4346182" y="4906842"/>
            <a:ext cx="441357" cy="441357"/>
            <a:chOff x="2369213" y="5618276"/>
            <a:chExt cx="441357" cy="441357"/>
          </a:xfrm>
        </p:grpSpPr>
        <p:pic>
          <p:nvPicPr>
            <p:cNvPr id="26" name="Image 25">
              <a:extLst>
                <a:ext uri="{FF2B5EF4-FFF2-40B4-BE49-F238E27FC236}">
                  <a16:creationId xmlns:a16="http://schemas.microsoft.com/office/drawing/2014/main" id="{FC97D212-A5F9-4EDC-937E-423B282C2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27" name="ZoneTexte 26">
              <a:extLst>
                <a:ext uri="{FF2B5EF4-FFF2-40B4-BE49-F238E27FC236}">
                  <a16:creationId xmlns:a16="http://schemas.microsoft.com/office/drawing/2014/main" id="{4EAA7CB6-8397-4D74-9A40-CEF5C149E91D}"/>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29" name="Groupe 28">
            <a:extLst>
              <a:ext uri="{FF2B5EF4-FFF2-40B4-BE49-F238E27FC236}">
                <a16:creationId xmlns:a16="http://schemas.microsoft.com/office/drawing/2014/main" id="{F093A91C-A5EB-4FFE-B74E-84BB5F7E37FD}"/>
              </a:ext>
            </a:extLst>
          </p:cNvPr>
          <p:cNvGrpSpPr/>
          <p:nvPr userDrawn="1"/>
        </p:nvGrpSpPr>
        <p:grpSpPr>
          <a:xfrm>
            <a:off x="4331313" y="3223951"/>
            <a:ext cx="441357" cy="441357"/>
            <a:chOff x="2369213" y="5618276"/>
            <a:chExt cx="441357" cy="441357"/>
          </a:xfrm>
        </p:grpSpPr>
        <p:pic>
          <p:nvPicPr>
            <p:cNvPr id="31" name="Image 30">
              <a:extLst>
                <a:ext uri="{FF2B5EF4-FFF2-40B4-BE49-F238E27FC236}">
                  <a16:creationId xmlns:a16="http://schemas.microsoft.com/office/drawing/2014/main" id="{32EE5569-EBED-473E-9E05-E237D90E3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2" name="ZoneTexte 31">
              <a:extLst>
                <a:ext uri="{FF2B5EF4-FFF2-40B4-BE49-F238E27FC236}">
                  <a16:creationId xmlns:a16="http://schemas.microsoft.com/office/drawing/2014/main" id="{4FC3C52F-46A6-47F8-B3E5-26CCC2E5A4F5}"/>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33" name="Groupe 32">
            <a:extLst>
              <a:ext uri="{FF2B5EF4-FFF2-40B4-BE49-F238E27FC236}">
                <a16:creationId xmlns:a16="http://schemas.microsoft.com/office/drawing/2014/main" id="{660281C0-B324-47AE-B884-23A8807AD494}"/>
              </a:ext>
            </a:extLst>
          </p:cNvPr>
          <p:cNvGrpSpPr/>
          <p:nvPr userDrawn="1"/>
        </p:nvGrpSpPr>
        <p:grpSpPr>
          <a:xfrm>
            <a:off x="4283702" y="1555189"/>
            <a:ext cx="441357" cy="441357"/>
            <a:chOff x="2369213" y="5618276"/>
            <a:chExt cx="441357" cy="441357"/>
          </a:xfrm>
        </p:grpSpPr>
        <p:pic>
          <p:nvPicPr>
            <p:cNvPr id="34" name="Image 33">
              <a:extLst>
                <a:ext uri="{FF2B5EF4-FFF2-40B4-BE49-F238E27FC236}">
                  <a16:creationId xmlns:a16="http://schemas.microsoft.com/office/drawing/2014/main" id="{8901E6AE-DAFE-4772-BD3D-2F77699FF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5" name="ZoneTexte 34">
              <a:extLst>
                <a:ext uri="{FF2B5EF4-FFF2-40B4-BE49-F238E27FC236}">
                  <a16:creationId xmlns:a16="http://schemas.microsoft.com/office/drawing/2014/main" id="{21139FD4-D0F2-4935-BCF2-0F04FCDAC1D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pic>
        <p:nvPicPr>
          <p:cNvPr id="39" name="Image 38" descr="Une image contenant texte&#10;&#10;Description générée automatiquement">
            <a:extLst>
              <a:ext uri="{FF2B5EF4-FFF2-40B4-BE49-F238E27FC236}">
                <a16:creationId xmlns:a16="http://schemas.microsoft.com/office/drawing/2014/main" id="{06033A43-BA97-4980-AA62-462FCCFECFC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4734" r="12222"/>
          <a:stretch/>
        </p:blipFill>
        <p:spPr>
          <a:xfrm>
            <a:off x="493348" y="2144977"/>
            <a:ext cx="1643645" cy="1498983"/>
          </a:xfrm>
          <a:prstGeom prst="rect">
            <a:avLst/>
          </a:prstGeom>
        </p:spPr>
      </p:pic>
      <p:pic>
        <p:nvPicPr>
          <p:cNvPr id="40" name="Image 39">
            <a:extLst>
              <a:ext uri="{FF2B5EF4-FFF2-40B4-BE49-F238E27FC236}">
                <a16:creationId xmlns:a16="http://schemas.microsoft.com/office/drawing/2014/main" id="{18D040A7-34F2-4CAF-8D5A-B574E821B528}"/>
              </a:ext>
            </a:extLst>
          </p:cNvPr>
          <p:cNvPicPr>
            <a:picLocks noChangeAspect="1"/>
          </p:cNvPicPr>
          <p:nvPr userDrawn="1"/>
        </p:nvPicPr>
        <p:blipFill>
          <a:blip r:embed="rId7"/>
          <a:stretch>
            <a:fillRect/>
          </a:stretch>
        </p:blipFill>
        <p:spPr>
          <a:xfrm>
            <a:off x="435430" y="3770848"/>
            <a:ext cx="1759868" cy="1600511"/>
          </a:xfrm>
          <a:prstGeom prst="rect">
            <a:avLst/>
          </a:prstGeom>
        </p:spPr>
      </p:pic>
    </p:spTree>
    <p:extLst>
      <p:ext uri="{BB962C8B-B14F-4D97-AF65-F5344CB8AC3E}">
        <p14:creationId xmlns:p14="http://schemas.microsoft.com/office/powerpoint/2010/main" val="35532046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ops">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0"/>
            <a:ext cx="12331148"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b="0" i="0">
              <a:solidFill>
                <a:srgbClr val="02023F"/>
              </a:solidFill>
              <a:effectLst/>
              <a:latin typeface="Segoe UI" panose="020B0502040204020203" pitchFamily="34" charset="0"/>
            </a:endParaRPr>
          </a:p>
        </p:txBody>
      </p:sp>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47" name="Google Shape;307;p62">
            <a:extLst>
              <a:ext uri="{FF2B5EF4-FFF2-40B4-BE49-F238E27FC236}">
                <a16:creationId xmlns:a16="http://schemas.microsoft.com/office/drawing/2014/main" id="{5B02BD1E-FC4A-4AB8-858A-01E405838FB4}"/>
              </a:ext>
            </a:extLst>
          </p:cNvPr>
          <p:cNvPicPr preferRelativeResize="0"/>
          <p:nvPr userDrawn="1"/>
        </p:nvPicPr>
        <p:blipFill rotWithShape="1">
          <a:blip r:embed="rId3">
            <a:alphaModFix/>
          </a:blip>
          <a:srcRect/>
          <a:stretch/>
        </p:blipFill>
        <p:spPr>
          <a:xfrm>
            <a:off x="5080049" y="213174"/>
            <a:ext cx="2031901" cy="775956"/>
          </a:xfrm>
          <a:prstGeom prst="rect">
            <a:avLst/>
          </a:prstGeom>
          <a:noFill/>
          <a:ln>
            <a:noFill/>
          </a:ln>
        </p:spPr>
      </p:pic>
      <p:sp>
        <p:nvSpPr>
          <p:cNvPr id="48" name="Google Shape;308;p62">
            <a:extLst>
              <a:ext uri="{FF2B5EF4-FFF2-40B4-BE49-F238E27FC236}">
                <a16:creationId xmlns:a16="http://schemas.microsoft.com/office/drawing/2014/main" id="{61C42C48-7478-4637-BD01-49EE81D26B7C}"/>
              </a:ext>
            </a:extLst>
          </p:cNvPr>
          <p:cNvSpPr txBox="1"/>
          <p:nvPr userDrawn="1"/>
        </p:nvSpPr>
        <p:spPr>
          <a:xfrm>
            <a:off x="826718" y="2907812"/>
            <a:ext cx="3694441" cy="24621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Le </a:t>
            </a:r>
            <a:r>
              <a:rPr lang="fr-FR" sz="1400" b="1"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GreenOps</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est une </a:t>
            </a:r>
            <a:r>
              <a:rPr lang="fr-FR" sz="1400" b="1" i="0" u="none" strike="noStrike" cap="none" dirty="0">
                <a:solidFill>
                  <a:srgbClr val="2BB673"/>
                </a:solidFill>
                <a:latin typeface="Segoe UI" panose="020B0502040204020203" pitchFamily="34" charset="0"/>
                <a:ea typeface="Quattrocento Sans"/>
                <a:cs typeface="Segoe UI" panose="020B0502040204020203" pitchFamily="34" charset="0"/>
                <a:sym typeface="Quattrocento Sans"/>
              </a:rPr>
              <a:t>méthode d’optimisation de l’impact écologique des entreprises.</a:t>
            </a:r>
            <a:endParaRPr sz="1400" b="0" i="0" u="none" strike="noStrike" cap="none" dirty="0">
              <a:solidFill>
                <a:srgbClr val="2BB673"/>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chemeClr val="dk1"/>
              </a:buClr>
              <a:buSzPts val="1800"/>
              <a:buFont typeface="Quattrocento Sans"/>
              <a:buNone/>
            </a:pP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La pratique du </a:t>
            </a:r>
            <a:r>
              <a:rPr lang="fr-FR" sz="1400" b="1"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GreenOps</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donne aux entreprises </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une méthodologie et des indicateurs pour diminuer leur empreinte écologique </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réalisée au travers de leur consommations en Cloud </a:t>
            </a:r>
            <a:r>
              <a:rPr lang="fr-FR" sz="1400" b="0"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Computing</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chemeClr val="dk1"/>
              </a:buClr>
              <a:buSzPts val="1800"/>
              <a:buFont typeface="Quattrocento Sans"/>
              <a:buNone/>
            </a:pP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Le </a:t>
            </a:r>
            <a:r>
              <a:rPr lang="fr-FR" sz="1400" b="1"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GreenOps</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à pour but :</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49" name="Google Shape;309;p62">
            <a:extLst>
              <a:ext uri="{FF2B5EF4-FFF2-40B4-BE49-F238E27FC236}">
                <a16:creationId xmlns:a16="http://schemas.microsoft.com/office/drawing/2014/main" id="{4A6D800E-453E-49E6-BB1E-787E1DDC2DF9}"/>
              </a:ext>
            </a:extLst>
          </p:cNvPr>
          <p:cNvSpPr/>
          <p:nvPr userDrawn="1"/>
        </p:nvSpPr>
        <p:spPr>
          <a:xfrm>
            <a:off x="4822069" y="2458633"/>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0" name="Google Shape;310;p62">
            <a:extLst>
              <a:ext uri="{FF2B5EF4-FFF2-40B4-BE49-F238E27FC236}">
                <a16:creationId xmlns:a16="http://schemas.microsoft.com/office/drawing/2014/main" id="{9C2DBE22-A332-42C2-ABE0-0DBA2BBBAAE6}"/>
              </a:ext>
            </a:extLst>
          </p:cNvPr>
          <p:cNvSpPr txBox="1"/>
          <p:nvPr userDrawn="1"/>
        </p:nvSpPr>
        <p:spPr>
          <a:xfrm>
            <a:off x="5850258" y="2557869"/>
            <a:ext cx="1705817" cy="7386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rPr>
              <a:t>De </a:t>
            </a:r>
            <a:r>
              <a:rPr lang="fr-FR" sz="1400" b="1"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rPr>
              <a:t>diminuer </a:t>
            </a:r>
            <a:r>
              <a:rPr lang="fr-FR" sz="1400" b="0"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rPr>
              <a:t>l’impact environnemental </a:t>
            </a:r>
            <a:endParaRPr sz="1050" b="0"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1" name="Google Shape;311;p62">
            <a:extLst>
              <a:ext uri="{FF2B5EF4-FFF2-40B4-BE49-F238E27FC236}">
                <a16:creationId xmlns:a16="http://schemas.microsoft.com/office/drawing/2014/main" id="{5CA7049C-5A8F-4B25-996F-7BE2352B5830}"/>
              </a:ext>
            </a:extLst>
          </p:cNvPr>
          <p:cNvSpPr txBox="1"/>
          <p:nvPr userDrawn="1"/>
        </p:nvSpPr>
        <p:spPr>
          <a:xfrm>
            <a:off x="5850258" y="3781746"/>
            <a:ext cx="20298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De </a:t>
            </a:r>
            <a:r>
              <a:rPr lang="fr-FR" sz="1400" b="1" dirty="0">
                <a:solidFill>
                  <a:schemeClr val="bg1"/>
                </a:solidFill>
                <a:latin typeface="Segoe UI" panose="020B0502040204020203" pitchFamily="34" charset="0"/>
                <a:ea typeface="Quattrocento Sans"/>
                <a:cs typeface="Segoe UI" panose="020B0502040204020203" pitchFamily="34" charset="0"/>
                <a:sym typeface="Quattrocento Sans"/>
              </a:rPr>
              <a:t>rationaliser</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les consommations de Cloud </a:t>
            </a:r>
            <a:r>
              <a:rPr lang="fr-FR" sz="1400" b="0"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Computing</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2" name="Google Shape;313;p62">
            <a:extLst>
              <a:ext uri="{FF2B5EF4-FFF2-40B4-BE49-F238E27FC236}">
                <a16:creationId xmlns:a16="http://schemas.microsoft.com/office/drawing/2014/main" id="{1A847FE5-F9C1-4CEE-9189-23487E2C5239}"/>
              </a:ext>
            </a:extLst>
          </p:cNvPr>
          <p:cNvSpPr txBox="1"/>
          <p:nvPr userDrawn="1"/>
        </p:nvSpPr>
        <p:spPr>
          <a:xfrm>
            <a:off x="5850258" y="5024193"/>
            <a:ext cx="1958591"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De servir l’objectif de </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transformation </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du client</a:t>
            </a:r>
            <a:endParaRPr sz="105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3" name="Google Shape;314;p62">
            <a:extLst>
              <a:ext uri="{FF2B5EF4-FFF2-40B4-BE49-F238E27FC236}">
                <a16:creationId xmlns:a16="http://schemas.microsoft.com/office/drawing/2014/main" id="{940B905E-037F-4AFB-8BA1-9D0B26B9F241}"/>
              </a:ext>
            </a:extLst>
          </p:cNvPr>
          <p:cNvSpPr txBox="1"/>
          <p:nvPr userDrawn="1"/>
        </p:nvSpPr>
        <p:spPr>
          <a:xfrm>
            <a:off x="9041476" y="3808118"/>
            <a:ext cx="2260653"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influer</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une démarche Green IT à ses fournisseurs et/ou clients</a:t>
            </a:r>
            <a:endParaRPr sz="105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4" name="Google Shape;315;p62">
            <a:extLst>
              <a:ext uri="{FF2B5EF4-FFF2-40B4-BE49-F238E27FC236}">
                <a16:creationId xmlns:a16="http://schemas.microsoft.com/office/drawing/2014/main" id="{85DDE410-A47B-4CEF-B141-DBE79F4F8826}"/>
              </a:ext>
            </a:extLst>
          </p:cNvPr>
          <p:cNvSpPr/>
          <p:nvPr userDrawn="1"/>
        </p:nvSpPr>
        <p:spPr>
          <a:xfrm>
            <a:off x="4822066" y="3687313"/>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 name="Google Shape;316;p62">
            <a:extLst>
              <a:ext uri="{FF2B5EF4-FFF2-40B4-BE49-F238E27FC236}">
                <a16:creationId xmlns:a16="http://schemas.microsoft.com/office/drawing/2014/main" id="{29116F21-B939-438F-9617-294094715CF1}"/>
              </a:ext>
            </a:extLst>
          </p:cNvPr>
          <p:cNvSpPr/>
          <p:nvPr userDrawn="1"/>
        </p:nvSpPr>
        <p:spPr>
          <a:xfrm>
            <a:off x="4822066" y="4924958"/>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 name="Google Shape;317;p62">
            <a:extLst>
              <a:ext uri="{FF2B5EF4-FFF2-40B4-BE49-F238E27FC236}">
                <a16:creationId xmlns:a16="http://schemas.microsoft.com/office/drawing/2014/main" id="{9D4D9F21-E918-48FF-BF4A-1946E2355819}"/>
              </a:ext>
            </a:extLst>
          </p:cNvPr>
          <p:cNvSpPr/>
          <p:nvPr userDrawn="1"/>
        </p:nvSpPr>
        <p:spPr>
          <a:xfrm>
            <a:off x="7971155" y="2466879"/>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 name="Google Shape;318;p62">
            <a:extLst>
              <a:ext uri="{FF2B5EF4-FFF2-40B4-BE49-F238E27FC236}">
                <a16:creationId xmlns:a16="http://schemas.microsoft.com/office/drawing/2014/main" id="{DE1F30B0-0DC8-4B87-A9DD-8AB1AB64A7C5}"/>
              </a:ext>
            </a:extLst>
          </p:cNvPr>
          <p:cNvSpPr/>
          <p:nvPr userDrawn="1"/>
        </p:nvSpPr>
        <p:spPr>
          <a:xfrm>
            <a:off x="7971154" y="3682509"/>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8" name="Google Shape;319;p62">
            <a:extLst>
              <a:ext uri="{FF2B5EF4-FFF2-40B4-BE49-F238E27FC236}">
                <a16:creationId xmlns:a16="http://schemas.microsoft.com/office/drawing/2014/main" id="{B7D42533-0567-4A02-B9DF-3947748121BE}"/>
              </a:ext>
            </a:extLst>
          </p:cNvPr>
          <p:cNvPicPr preferRelativeResize="0"/>
          <p:nvPr userDrawn="1"/>
        </p:nvPicPr>
        <p:blipFill rotWithShape="1">
          <a:blip r:embed="rId4">
            <a:alphaModFix/>
          </a:blip>
          <a:srcRect/>
          <a:stretch/>
        </p:blipFill>
        <p:spPr>
          <a:xfrm rot="-3051324">
            <a:off x="5140880" y="2751340"/>
            <a:ext cx="311372" cy="361865"/>
          </a:xfrm>
          <a:prstGeom prst="rect">
            <a:avLst/>
          </a:prstGeom>
          <a:noFill/>
          <a:ln>
            <a:noFill/>
          </a:ln>
        </p:spPr>
      </p:pic>
      <p:pic>
        <p:nvPicPr>
          <p:cNvPr id="59" name="Google Shape;320;p62">
            <a:extLst>
              <a:ext uri="{FF2B5EF4-FFF2-40B4-BE49-F238E27FC236}">
                <a16:creationId xmlns:a16="http://schemas.microsoft.com/office/drawing/2014/main" id="{DA9D3301-E6D1-4504-A7C3-67C9DD481DC3}"/>
              </a:ext>
            </a:extLst>
          </p:cNvPr>
          <p:cNvPicPr preferRelativeResize="0"/>
          <p:nvPr userDrawn="1"/>
        </p:nvPicPr>
        <p:blipFill rotWithShape="1">
          <a:blip r:embed="rId5">
            <a:alphaModFix/>
          </a:blip>
          <a:srcRect/>
          <a:stretch/>
        </p:blipFill>
        <p:spPr>
          <a:xfrm>
            <a:off x="5027639" y="3958314"/>
            <a:ext cx="512780" cy="349623"/>
          </a:xfrm>
          <a:prstGeom prst="rect">
            <a:avLst/>
          </a:prstGeom>
          <a:noFill/>
          <a:ln>
            <a:noFill/>
          </a:ln>
        </p:spPr>
      </p:pic>
      <p:pic>
        <p:nvPicPr>
          <p:cNvPr id="60" name="Google Shape;321;p62">
            <a:extLst>
              <a:ext uri="{FF2B5EF4-FFF2-40B4-BE49-F238E27FC236}">
                <a16:creationId xmlns:a16="http://schemas.microsoft.com/office/drawing/2014/main" id="{C09D6B82-6408-498E-A7E5-5BFBA4DC083A}"/>
              </a:ext>
            </a:extLst>
          </p:cNvPr>
          <p:cNvPicPr preferRelativeResize="0"/>
          <p:nvPr userDrawn="1"/>
        </p:nvPicPr>
        <p:blipFill rotWithShape="1">
          <a:blip r:embed="rId6">
            <a:alphaModFix/>
          </a:blip>
          <a:srcRect/>
          <a:stretch/>
        </p:blipFill>
        <p:spPr>
          <a:xfrm>
            <a:off x="5048996" y="5144833"/>
            <a:ext cx="468231" cy="475907"/>
          </a:xfrm>
          <a:prstGeom prst="rect">
            <a:avLst/>
          </a:prstGeom>
          <a:noFill/>
          <a:ln>
            <a:noFill/>
          </a:ln>
        </p:spPr>
      </p:pic>
      <p:pic>
        <p:nvPicPr>
          <p:cNvPr id="61" name="Google Shape;322;p62">
            <a:extLst>
              <a:ext uri="{FF2B5EF4-FFF2-40B4-BE49-F238E27FC236}">
                <a16:creationId xmlns:a16="http://schemas.microsoft.com/office/drawing/2014/main" id="{A0EAB4A2-3B2F-4FBF-952A-E9A487DA359D}"/>
              </a:ext>
            </a:extLst>
          </p:cNvPr>
          <p:cNvPicPr preferRelativeResize="0"/>
          <p:nvPr userDrawn="1"/>
        </p:nvPicPr>
        <p:blipFill rotWithShape="1">
          <a:blip r:embed="rId7">
            <a:alphaModFix/>
          </a:blip>
          <a:srcRect/>
          <a:stretch/>
        </p:blipFill>
        <p:spPr>
          <a:xfrm>
            <a:off x="8254211" y="2742133"/>
            <a:ext cx="389188" cy="380342"/>
          </a:xfrm>
          <a:prstGeom prst="rect">
            <a:avLst/>
          </a:prstGeom>
          <a:noFill/>
          <a:ln>
            <a:noFill/>
          </a:ln>
        </p:spPr>
      </p:pic>
      <p:pic>
        <p:nvPicPr>
          <p:cNvPr id="62" name="Google Shape;323;p62">
            <a:extLst>
              <a:ext uri="{FF2B5EF4-FFF2-40B4-BE49-F238E27FC236}">
                <a16:creationId xmlns:a16="http://schemas.microsoft.com/office/drawing/2014/main" id="{00082B43-0288-483C-BBB5-F8B8099F929C}"/>
              </a:ext>
            </a:extLst>
          </p:cNvPr>
          <p:cNvPicPr preferRelativeResize="0"/>
          <p:nvPr userDrawn="1"/>
        </p:nvPicPr>
        <p:blipFill rotWithShape="1">
          <a:blip r:embed="rId8">
            <a:alphaModFix/>
          </a:blip>
          <a:srcRect/>
          <a:stretch/>
        </p:blipFill>
        <p:spPr>
          <a:xfrm rot="1594623">
            <a:off x="8186403" y="3972100"/>
            <a:ext cx="524524" cy="357910"/>
          </a:xfrm>
          <a:prstGeom prst="rect">
            <a:avLst/>
          </a:prstGeom>
          <a:noFill/>
          <a:ln>
            <a:noFill/>
          </a:ln>
        </p:spPr>
      </p:pic>
      <p:sp>
        <p:nvSpPr>
          <p:cNvPr id="79" name="Google Shape;312;p62">
            <a:extLst>
              <a:ext uri="{FF2B5EF4-FFF2-40B4-BE49-F238E27FC236}">
                <a16:creationId xmlns:a16="http://schemas.microsoft.com/office/drawing/2014/main" id="{6F75F51B-32D4-4F0B-9B1B-8AA352CB4718}"/>
              </a:ext>
            </a:extLst>
          </p:cNvPr>
          <p:cNvSpPr txBox="1"/>
          <p:nvPr userDrawn="1"/>
        </p:nvSpPr>
        <p:spPr>
          <a:xfrm>
            <a:off x="9041476" y="2566114"/>
            <a:ext cx="2576052"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dirty="0">
                <a:solidFill>
                  <a:schemeClr val="bg1"/>
                </a:solidFill>
                <a:latin typeface="Segoe UI" panose="020B0502040204020203" pitchFamily="34" charset="0"/>
                <a:ea typeface="Quattrocento Sans"/>
                <a:cs typeface="Segoe UI" panose="020B0502040204020203" pitchFamily="34" charset="0"/>
                <a:sym typeface="Quattrocento Sans"/>
              </a:rPr>
              <a:t>De</a:t>
            </a:r>
            <a:r>
              <a:rPr lang="fr-FR" sz="1400" b="1" dirty="0">
                <a:solidFill>
                  <a:schemeClr val="bg1"/>
                </a:solidFill>
                <a:latin typeface="Segoe UI" panose="020B0502040204020203" pitchFamily="34" charset="0"/>
                <a:ea typeface="Quattrocento Sans"/>
                <a:cs typeface="Segoe UI" panose="020B0502040204020203" pitchFamily="34" charset="0"/>
                <a:sym typeface="Quattrocento Sans"/>
              </a:rPr>
              <a:t> fa</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voriser</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la collaboration et l’appropriation de l’IT par les équipes RSE</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25" name="Google Shape;308;p62">
            <a:extLst>
              <a:ext uri="{FF2B5EF4-FFF2-40B4-BE49-F238E27FC236}">
                <a16:creationId xmlns:a16="http://schemas.microsoft.com/office/drawing/2014/main" id="{98D165BB-47A6-4687-B943-4277CFB18E7F}"/>
              </a:ext>
            </a:extLst>
          </p:cNvPr>
          <p:cNvSpPr txBox="1"/>
          <p:nvPr userDrawn="1"/>
        </p:nvSpPr>
        <p:spPr>
          <a:xfrm>
            <a:off x="862774" y="1289680"/>
            <a:ext cx="10745026" cy="738623"/>
          </a:xfrm>
          <a:prstGeom prst="rect">
            <a:avLst/>
          </a:prstGeom>
          <a:noFill/>
          <a:ln>
            <a:noFill/>
          </a:ln>
        </p:spPr>
        <p:txBody>
          <a:bodyPr spcFirstLastPara="1" wrap="square" lIns="91425" tIns="45700" rIns="91425" bIns="45700" anchor="t" anchorCtr="0">
            <a:spAutoFit/>
          </a:bodyPr>
          <a:lstStyle/>
          <a:p>
            <a:pPr algn="ctr"/>
            <a:r>
              <a:rPr lang="fr-FR" sz="1400" b="0" i="0" dirty="0">
                <a:solidFill>
                  <a:schemeClr val="bg1"/>
                </a:solidFill>
                <a:effectLst/>
                <a:latin typeface="Segoe UI" panose="020B0502040204020203" pitchFamily="34" charset="0"/>
              </a:rPr>
              <a:t>Après 10 années d’accompagnement sur le </a:t>
            </a:r>
            <a:r>
              <a:rPr lang="fr-FR" sz="1400" b="1" i="0" dirty="0">
                <a:solidFill>
                  <a:schemeClr val="bg1"/>
                </a:solidFill>
                <a:effectLst/>
                <a:latin typeface="Segoe UI" panose="020B0502040204020203" pitchFamily="34" charset="0"/>
              </a:rPr>
              <a:t>Cloud Azure</a:t>
            </a:r>
            <a:r>
              <a:rPr lang="fr-FR" sz="1400" b="0" i="0" dirty="0">
                <a:solidFill>
                  <a:schemeClr val="bg1"/>
                </a:solidFill>
                <a:effectLst/>
                <a:latin typeface="Segoe UI" panose="020B0502040204020203" pitchFamily="34" charset="0"/>
              </a:rPr>
              <a:t>, les équipes d’</a:t>
            </a:r>
            <a:r>
              <a:rPr lang="fr-FR" sz="1400" b="0" i="0" dirty="0" err="1">
                <a:solidFill>
                  <a:schemeClr val="bg1"/>
                </a:solidFill>
                <a:effectLst/>
                <a:latin typeface="Segoe UI" panose="020B0502040204020203" pitchFamily="34" charset="0"/>
              </a:rPr>
              <a:t>Expertime</a:t>
            </a:r>
            <a:r>
              <a:rPr lang="fr-FR" sz="1400" b="0" i="0" dirty="0">
                <a:solidFill>
                  <a:schemeClr val="bg1"/>
                </a:solidFill>
                <a:effectLst/>
                <a:latin typeface="Segoe UI" panose="020B0502040204020203" pitchFamily="34" charset="0"/>
              </a:rPr>
              <a:t> se sont interrogées sur l’impact environnemental </a:t>
            </a:r>
            <a:r>
              <a:rPr lang="fr-FR" sz="1400" b="1" i="0" dirty="0">
                <a:solidFill>
                  <a:schemeClr val="bg1"/>
                </a:solidFill>
                <a:effectLst/>
                <a:latin typeface="Segoe UI" panose="020B0502040204020203" pitchFamily="34" charset="0"/>
              </a:rPr>
              <a:t>des socles Cloud</a:t>
            </a:r>
            <a:r>
              <a:rPr lang="fr-FR" sz="1400" b="0" i="0" dirty="0">
                <a:solidFill>
                  <a:schemeClr val="bg1"/>
                </a:solidFill>
                <a:effectLst/>
                <a:latin typeface="Segoe UI" panose="020B0502040204020203" pitchFamily="34" charset="0"/>
              </a:rPr>
              <a:t> mis en place chez ses clients. Nous avons créé </a:t>
            </a:r>
            <a:r>
              <a:rPr lang="fr-FR" sz="1400" b="1" i="0" dirty="0">
                <a:solidFill>
                  <a:schemeClr val="bg1"/>
                </a:solidFill>
                <a:effectLst/>
                <a:latin typeface="Segoe UI" panose="020B0502040204020203" pitchFamily="34" charset="0"/>
              </a:rPr>
              <a:t>l'offre </a:t>
            </a:r>
            <a:r>
              <a:rPr lang="fr-FR" sz="1400" b="1" i="0" dirty="0" err="1">
                <a:solidFill>
                  <a:schemeClr val="bg1"/>
                </a:solidFill>
                <a:effectLst/>
                <a:latin typeface="Segoe UI" panose="020B0502040204020203" pitchFamily="34" charset="0"/>
              </a:rPr>
              <a:t>GreenOps</a:t>
            </a:r>
            <a:r>
              <a:rPr lang="fr-FR" sz="1400" b="1" i="0" dirty="0">
                <a:solidFill>
                  <a:schemeClr val="bg1"/>
                </a:solidFill>
                <a:effectLst/>
                <a:latin typeface="Segoe UI" panose="020B0502040204020203" pitchFamily="34" charset="0"/>
              </a:rPr>
              <a:t> </a:t>
            </a:r>
            <a:r>
              <a:rPr lang="fr-FR" sz="1400" b="0" i="0" dirty="0">
                <a:solidFill>
                  <a:schemeClr val="bg1"/>
                </a:solidFill>
                <a:effectLst/>
                <a:latin typeface="Segoe UI" panose="020B0502040204020203" pitchFamily="34" charset="0"/>
              </a:rPr>
              <a:t>afin d'accompagner les entreprises dans une démarche plus responsable dans leur transformation digitale :</a:t>
            </a:r>
          </a:p>
        </p:txBody>
      </p:sp>
    </p:spTree>
    <p:extLst>
      <p:ext uri="{BB962C8B-B14F-4D97-AF65-F5344CB8AC3E}">
        <p14:creationId xmlns:p14="http://schemas.microsoft.com/office/powerpoint/2010/main" val="131412288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Expertime Ope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2571"/>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14" name="ZoneTexte 13">
            <a:extLst>
              <a:ext uri="{FF2B5EF4-FFF2-40B4-BE49-F238E27FC236}">
                <a16:creationId xmlns:a16="http://schemas.microsoft.com/office/drawing/2014/main" id="{DC4F0214-2EDC-44D6-B9B1-288CDA91F1C8}"/>
              </a:ext>
            </a:extLst>
          </p:cNvPr>
          <p:cNvSpPr txBox="1"/>
          <p:nvPr userDrawn="1"/>
        </p:nvSpPr>
        <p:spPr>
          <a:xfrm>
            <a:off x="838197" y="41244"/>
            <a:ext cx="10515606" cy="1508105"/>
          </a:xfrm>
          <a:prstGeom prst="rect">
            <a:avLst/>
          </a:prstGeom>
          <a:noFill/>
        </p:spPr>
        <p:txBody>
          <a:bodyPr wrap="square" rtlCol="0" anchor="ctr">
            <a:spAutoFit/>
          </a:bodyPr>
          <a:lstStyle/>
          <a:p>
            <a:r>
              <a:rPr lang="fr-FR" sz="4400">
                <a:solidFill>
                  <a:schemeClr val="bg1"/>
                </a:solidFill>
                <a:latin typeface="+mj-lt"/>
              </a:rPr>
              <a:t>Une agence pour l’activité Web et </a:t>
            </a:r>
          </a:p>
          <a:p>
            <a:r>
              <a:rPr lang="fr-FR" sz="4400">
                <a:solidFill>
                  <a:schemeClr val="bg1"/>
                </a:solidFill>
                <a:latin typeface="+mj-lt"/>
              </a:rPr>
              <a:t>E-Commerce</a:t>
            </a:r>
            <a:r>
              <a:rPr lang="fr-FR" sz="4800">
                <a:solidFill>
                  <a:schemeClr val="bg1"/>
                </a:solidFill>
                <a:latin typeface="+mj-lt"/>
              </a:rPr>
              <a:t> </a:t>
            </a: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t="9001" b="1"/>
          <a:stretch/>
        </p:blipFill>
        <p:spPr>
          <a:xfrm>
            <a:off x="-3740" y="2163142"/>
            <a:ext cx="2743200" cy="3450713"/>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69055" t="8561"/>
          <a:stretch/>
        </p:blipFill>
        <p:spPr>
          <a:xfrm>
            <a:off x="3138090" y="2133600"/>
            <a:ext cx="635769" cy="3450712"/>
          </a:xfrm>
          <a:prstGeom prst="rect">
            <a:avLst/>
          </a:prstGeom>
        </p:spPr>
      </p:pic>
      <p:sp>
        <p:nvSpPr>
          <p:cNvPr id="16" name="ZoneTexte 15">
            <a:extLst>
              <a:ext uri="{FF2B5EF4-FFF2-40B4-BE49-F238E27FC236}">
                <a16:creationId xmlns:a16="http://schemas.microsoft.com/office/drawing/2014/main" id="{4ABADA7E-BDB5-457B-BE73-D8F8982B681F}"/>
              </a:ext>
            </a:extLst>
          </p:cNvPr>
          <p:cNvSpPr txBox="1"/>
          <p:nvPr userDrawn="1"/>
        </p:nvSpPr>
        <p:spPr>
          <a:xfrm>
            <a:off x="4838007" y="2227014"/>
            <a:ext cx="2790812" cy="369332"/>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solidFill>
                  <a:schemeClr val="bg1"/>
                </a:solidFill>
                <a:latin typeface="+mj-lt"/>
              </a:rPr>
              <a:t>Notre crédo</a:t>
            </a:r>
          </a:p>
        </p:txBody>
      </p:sp>
      <p:sp>
        <p:nvSpPr>
          <p:cNvPr id="17" name="ZoneTexte 16">
            <a:extLst>
              <a:ext uri="{FF2B5EF4-FFF2-40B4-BE49-F238E27FC236}">
                <a16:creationId xmlns:a16="http://schemas.microsoft.com/office/drawing/2014/main" id="{F9CF77C2-4AC6-4C9E-BD40-AC2FF29F69C8}"/>
              </a:ext>
            </a:extLst>
          </p:cNvPr>
          <p:cNvSpPr txBox="1"/>
          <p:nvPr userDrawn="1"/>
        </p:nvSpPr>
        <p:spPr>
          <a:xfrm>
            <a:off x="4213658" y="2719322"/>
            <a:ext cx="3417426" cy="523220"/>
          </a:xfrm>
          <a:prstGeom prst="rect">
            <a:avLst/>
          </a:prstGeom>
          <a:noFill/>
        </p:spPr>
        <p:txBody>
          <a:bodyPr wrap="square" rtlCol="0">
            <a:spAutoFit/>
          </a:bodyPr>
          <a:lstStyle/>
          <a:p>
            <a:pPr>
              <a:defRPr/>
            </a:pPr>
            <a:r>
              <a:rPr lang="fr-FR" sz="1200">
                <a:solidFill>
                  <a:schemeClr val="bg1"/>
                </a:solidFill>
                <a:cs typeface="Segoe UI"/>
              </a:rPr>
              <a:t>Concevoir vos solutions Web et E-commerce.</a:t>
            </a:r>
            <a:endParaRPr lang="fr-FR" sz="1200" noProof="0">
              <a:solidFill>
                <a:schemeClr val="bg1"/>
              </a:solidFill>
              <a:cs typeface="Segoe UI"/>
            </a:endParaRPr>
          </a:p>
          <a:p>
            <a:endParaRPr lang="fr-FR" sz="1600"/>
          </a:p>
        </p:txBody>
      </p:sp>
      <p:sp>
        <p:nvSpPr>
          <p:cNvPr id="18" name="ZoneTexte 17">
            <a:extLst>
              <a:ext uri="{FF2B5EF4-FFF2-40B4-BE49-F238E27FC236}">
                <a16:creationId xmlns:a16="http://schemas.microsoft.com/office/drawing/2014/main" id="{010FABD4-BBA9-4583-AE75-BBA21FF85866}"/>
              </a:ext>
            </a:extLst>
          </p:cNvPr>
          <p:cNvSpPr txBox="1"/>
          <p:nvPr userDrawn="1"/>
        </p:nvSpPr>
        <p:spPr>
          <a:xfrm>
            <a:off x="8577954" y="2493673"/>
            <a:ext cx="2790812" cy="369332"/>
          </a:xfrm>
          <a:prstGeom prst="rect">
            <a:avLst/>
          </a:prstGeom>
          <a:noFill/>
        </p:spPr>
        <p:txBody>
          <a:bodyPr wrap="square" rtlCol="0">
            <a:spAutoFit/>
          </a:bodyPr>
          <a:lstStyle/>
          <a:p>
            <a:r>
              <a:rPr lang="fr-FR">
                <a:solidFill>
                  <a:schemeClr val="bg1"/>
                </a:solidFill>
                <a:latin typeface="+mj-lt"/>
              </a:rPr>
              <a:t>Notre expertise</a:t>
            </a:r>
          </a:p>
        </p:txBody>
      </p:sp>
      <p:sp>
        <p:nvSpPr>
          <p:cNvPr id="19" name="ZoneTexte 18">
            <a:extLst>
              <a:ext uri="{FF2B5EF4-FFF2-40B4-BE49-F238E27FC236}">
                <a16:creationId xmlns:a16="http://schemas.microsoft.com/office/drawing/2014/main" id="{6EF8D3F6-541A-49E6-845E-5AFA91F34D04}"/>
              </a:ext>
            </a:extLst>
          </p:cNvPr>
          <p:cNvSpPr txBox="1"/>
          <p:nvPr userDrawn="1"/>
        </p:nvSpPr>
        <p:spPr>
          <a:xfrm>
            <a:off x="7951340" y="3005072"/>
            <a:ext cx="3417426" cy="538609"/>
          </a:xfrm>
          <a:prstGeom prst="rect">
            <a:avLst/>
          </a:prstGeom>
          <a:noFill/>
        </p:spPr>
        <p:txBody>
          <a:bodyPr wrap="square" rtlCol="0">
            <a:spAutoFit/>
          </a:bodyPr>
          <a:lstStyle/>
          <a:p>
            <a:pPr>
              <a:spcAft>
                <a:spcPts val="600"/>
              </a:spcAft>
              <a:defRPr/>
            </a:pPr>
            <a:r>
              <a:rPr lang="fr-FR" sz="1200">
                <a:solidFill>
                  <a:schemeClr val="bg1"/>
                </a:solidFill>
                <a:cs typeface="Segoe UI"/>
              </a:rPr>
              <a:t>Web : CMS WordPress &amp; Drupal</a:t>
            </a:r>
          </a:p>
          <a:p>
            <a:pPr>
              <a:spcAft>
                <a:spcPts val="600"/>
              </a:spcAft>
              <a:defRPr/>
            </a:pPr>
            <a:r>
              <a:rPr lang="fr-FR" sz="1200">
                <a:solidFill>
                  <a:schemeClr val="bg1"/>
                </a:solidFill>
                <a:cs typeface="Segoe UI"/>
              </a:rPr>
              <a:t>E-commerce : Solutions Magento &amp; </a:t>
            </a:r>
            <a:r>
              <a:rPr lang="fr-FR" sz="1200" err="1">
                <a:solidFill>
                  <a:schemeClr val="bg1"/>
                </a:solidFill>
                <a:cs typeface="Segoe UI"/>
              </a:rPr>
              <a:t>Shopify</a:t>
            </a:r>
            <a:r>
              <a:rPr lang="fr-FR" sz="1200">
                <a:solidFill>
                  <a:schemeClr val="bg1"/>
                </a:solidFill>
                <a:cs typeface="Segoe UI"/>
              </a:rPr>
              <a:t>.</a:t>
            </a:r>
          </a:p>
        </p:txBody>
      </p:sp>
      <p:sp>
        <p:nvSpPr>
          <p:cNvPr id="21" name="ZoneTexte 20">
            <a:extLst>
              <a:ext uri="{FF2B5EF4-FFF2-40B4-BE49-F238E27FC236}">
                <a16:creationId xmlns:a16="http://schemas.microsoft.com/office/drawing/2014/main" id="{14FE1E3B-9767-4A9F-A2CA-69BC01B593F7}"/>
              </a:ext>
            </a:extLst>
          </p:cNvPr>
          <p:cNvSpPr txBox="1"/>
          <p:nvPr userDrawn="1"/>
        </p:nvSpPr>
        <p:spPr>
          <a:xfrm>
            <a:off x="4838007" y="3247339"/>
            <a:ext cx="2793587" cy="369332"/>
          </a:xfrm>
          <a:prstGeom prst="rect">
            <a:avLst/>
          </a:prstGeom>
          <a:noFill/>
        </p:spPr>
        <p:txBody>
          <a:bodyPr wrap="square" rtlCol="0">
            <a:spAutoFit/>
          </a:bodyPr>
          <a:lstStyle/>
          <a:p>
            <a:r>
              <a:rPr lang="fr-FR">
                <a:solidFill>
                  <a:schemeClr val="bg1"/>
                </a:solidFill>
                <a:latin typeface="+mj-lt"/>
              </a:rPr>
              <a:t>Notre talent</a:t>
            </a:r>
          </a:p>
        </p:txBody>
      </p:sp>
      <p:sp>
        <p:nvSpPr>
          <p:cNvPr id="22" name="ZoneTexte 21">
            <a:extLst>
              <a:ext uri="{FF2B5EF4-FFF2-40B4-BE49-F238E27FC236}">
                <a16:creationId xmlns:a16="http://schemas.microsoft.com/office/drawing/2014/main" id="{D90928AB-BE66-4A5B-8592-EB191AD113A5}"/>
              </a:ext>
            </a:extLst>
          </p:cNvPr>
          <p:cNvSpPr txBox="1"/>
          <p:nvPr userDrawn="1"/>
        </p:nvSpPr>
        <p:spPr>
          <a:xfrm>
            <a:off x="4216433" y="3747330"/>
            <a:ext cx="3417426" cy="646331"/>
          </a:xfrm>
          <a:prstGeom prst="rect">
            <a:avLst/>
          </a:prstGeom>
          <a:noFill/>
        </p:spPr>
        <p:txBody>
          <a:bodyPr wrap="square" rtlCol="0">
            <a:spAutoFit/>
          </a:bodyPr>
          <a:lstStyle/>
          <a:p>
            <a:pPr>
              <a:defRPr/>
            </a:pPr>
            <a:r>
              <a:rPr lang="fr-FR" sz="1200">
                <a:solidFill>
                  <a:schemeClr val="bg1"/>
                </a:solidFill>
                <a:cs typeface="Segoe UI"/>
              </a:rPr>
              <a:t>Vous accompagner de l'idée à la réalisation (étude, conception, UX/UI, développement, maintenance).</a:t>
            </a:r>
          </a:p>
        </p:txBody>
      </p:sp>
      <p:grpSp>
        <p:nvGrpSpPr>
          <p:cNvPr id="25" name="Groupe 24">
            <a:extLst>
              <a:ext uri="{FF2B5EF4-FFF2-40B4-BE49-F238E27FC236}">
                <a16:creationId xmlns:a16="http://schemas.microsoft.com/office/drawing/2014/main" id="{C432FBF0-4CCC-4B28-9C4A-0B8F9F4452CF}"/>
              </a:ext>
            </a:extLst>
          </p:cNvPr>
          <p:cNvGrpSpPr/>
          <p:nvPr userDrawn="1"/>
        </p:nvGrpSpPr>
        <p:grpSpPr>
          <a:xfrm>
            <a:off x="4266308" y="2171913"/>
            <a:ext cx="441357" cy="441357"/>
            <a:chOff x="2369213" y="5618276"/>
            <a:chExt cx="441357" cy="441357"/>
          </a:xfrm>
        </p:grpSpPr>
        <p:pic>
          <p:nvPicPr>
            <p:cNvPr id="26" name="Image 25">
              <a:extLst>
                <a:ext uri="{FF2B5EF4-FFF2-40B4-BE49-F238E27FC236}">
                  <a16:creationId xmlns:a16="http://schemas.microsoft.com/office/drawing/2014/main" id="{FC97D212-A5F9-4EDC-937E-423B282C2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27" name="ZoneTexte 26">
              <a:extLst>
                <a:ext uri="{FF2B5EF4-FFF2-40B4-BE49-F238E27FC236}">
                  <a16:creationId xmlns:a16="http://schemas.microsoft.com/office/drawing/2014/main" id="{4EAA7CB6-8397-4D74-9A40-CEF5C149E91D}"/>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29" name="Groupe 28">
            <a:extLst>
              <a:ext uri="{FF2B5EF4-FFF2-40B4-BE49-F238E27FC236}">
                <a16:creationId xmlns:a16="http://schemas.microsoft.com/office/drawing/2014/main" id="{F093A91C-A5EB-4FFE-B74E-84BB5F7E37FD}"/>
              </a:ext>
            </a:extLst>
          </p:cNvPr>
          <p:cNvGrpSpPr/>
          <p:nvPr userDrawn="1"/>
        </p:nvGrpSpPr>
        <p:grpSpPr>
          <a:xfrm>
            <a:off x="4266308" y="3219009"/>
            <a:ext cx="441357" cy="441357"/>
            <a:chOff x="2369213" y="5618276"/>
            <a:chExt cx="441357" cy="441357"/>
          </a:xfrm>
        </p:grpSpPr>
        <p:pic>
          <p:nvPicPr>
            <p:cNvPr id="31" name="Image 30">
              <a:extLst>
                <a:ext uri="{FF2B5EF4-FFF2-40B4-BE49-F238E27FC236}">
                  <a16:creationId xmlns:a16="http://schemas.microsoft.com/office/drawing/2014/main" id="{32EE5569-EBED-473E-9E05-E237D90E3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2" name="ZoneTexte 31">
              <a:extLst>
                <a:ext uri="{FF2B5EF4-FFF2-40B4-BE49-F238E27FC236}">
                  <a16:creationId xmlns:a16="http://schemas.microsoft.com/office/drawing/2014/main" id="{4FC3C52F-46A6-47F8-B3E5-26CCC2E5A4F5}"/>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33" name="Groupe 32">
            <a:extLst>
              <a:ext uri="{FF2B5EF4-FFF2-40B4-BE49-F238E27FC236}">
                <a16:creationId xmlns:a16="http://schemas.microsoft.com/office/drawing/2014/main" id="{660281C0-B324-47AE-B884-23A8807AD494}"/>
              </a:ext>
            </a:extLst>
          </p:cNvPr>
          <p:cNvGrpSpPr/>
          <p:nvPr userDrawn="1"/>
        </p:nvGrpSpPr>
        <p:grpSpPr>
          <a:xfrm>
            <a:off x="8032489" y="2476751"/>
            <a:ext cx="441357" cy="441357"/>
            <a:chOff x="2369213" y="5618276"/>
            <a:chExt cx="441357" cy="441357"/>
          </a:xfrm>
        </p:grpSpPr>
        <p:pic>
          <p:nvPicPr>
            <p:cNvPr id="34" name="Image 33">
              <a:extLst>
                <a:ext uri="{FF2B5EF4-FFF2-40B4-BE49-F238E27FC236}">
                  <a16:creationId xmlns:a16="http://schemas.microsoft.com/office/drawing/2014/main" id="{8901E6AE-DAFE-4772-BD3D-2F77699FF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5" name="ZoneTexte 34">
              <a:extLst>
                <a:ext uri="{FF2B5EF4-FFF2-40B4-BE49-F238E27FC236}">
                  <a16:creationId xmlns:a16="http://schemas.microsoft.com/office/drawing/2014/main" id="{21139FD4-D0F2-4935-BCF2-0F04FCDAC1D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pic>
        <p:nvPicPr>
          <p:cNvPr id="28" name="Image 27" descr="Une image contenant texte&#10;&#10;Description générée automatiquement">
            <a:extLst>
              <a:ext uri="{FF2B5EF4-FFF2-40B4-BE49-F238E27FC236}">
                <a16:creationId xmlns:a16="http://schemas.microsoft.com/office/drawing/2014/main" id="{8E7C872C-906C-4A9D-B90F-21F0D9EDFD2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74897" y="3208528"/>
            <a:ext cx="1995507" cy="744862"/>
          </a:xfrm>
          <a:prstGeom prst="rect">
            <a:avLst/>
          </a:prstGeom>
        </p:spPr>
      </p:pic>
      <p:sp>
        <p:nvSpPr>
          <p:cNvPr id="37" name="ZoneTexte 36">
            <a:extLst>
              <a:ext uri="{FF2B5EF4-FFF2-40B4-BE49-F238E27FC236}">
                <a16:creationId xmlns:a16="http://schemas.microsoft.com/office/drawing/2014/main" id="{A6D82C1B-4062-42BE-A2CC-FA2608786BBD}"/>
              </a:ext>
            </a:extLst>
          </p:cNvPr>
          <p:cNvSpPr txBox="1"/>
          <p:nvPr userDrawn="1"/>
        </p:nvSpPr>
        <p:spPr>
          <a:xfrm>
            <a:off x="4838007" y="4656369"/>
            <a:ext cx="2793587" cy="369332"/>
          </a:xfrm>
          <a:prstGeom prst="rect">
            <a:avLst/>
          </a:prstGeom>
          <a:noFill/>
        </p:spPr>
        <p:txBody>
          <a:bodyPr wrap="square" rtlCol="0">
            <a:spAutoFit/>
          </a:bodyPr>
          <a:lstStyle/>
          <a:p>
            <a:r>
              <a:rPr lang="fr-FR">
                <a:solidFill>
                  <a:schemeClr val="bg1"/>
                </a:solidFill>
                <a:latin typeface="+mj-lt"/>
              </a:rPr>
              <a:t>Notre leitmotiv</a:t>
            </a:r>
          </a:p>
        </p:txBody>
      </p:sp>
      <p:sp>
        <p:nvSpPr>
          <p:cNvPr id="38" name="ZoneTexte 37">
            <a:extLst>
              <a:ext uri="{FF2B5EF4-FFF2-40B4-BE49-F238E27FC236}">
                <a16:creationId xmlns:a16="http://schemas.microsoft.com/office/drawing/2014/main" id="{21D9AF84-D6B0-40BE-B0FD-B29E0F886B74}"/>
              </a:ext>
            </a:extLst>
          </p:cNvPr>
          <p:cNvSpPr txBox="1"/>
          <p:nvPr userDrawn="1"/>
        </p:nvSpPr>
        <p:spPr>
          <a:xfrm>
            <a:off x="4216433" y="5156360"/>
            <a:ext cx="3417426" cy="461665"/>
          </a:xfrm>
          <a:prstGeom prst="rect">
            <a:avLst/>
          </a:prstGeom>
          <a:noFill/>
        </p:spPr>
        <p:txBody>
          <a:bodyPr wrap="square" rtlCol="0">
            <a:spAutoFit/>
          </a:bodyPr>
          <a:lstStyle/>
          <a:p>
            <a:pPr>
              <a:defRPr/>
            </a:pPr>
            <a:r>
              <a:rPr lang="fr-FR" sz="1200">
                <a:solidFill>
                  <a:schemeClr val="bg1"/>
                </a:solidFill>
                <a:cs typeface="Segoe UI"/>
              </a:rPr>
              <a:t>Proposer une haute expertise technique afin de créer une expérience digitale performante.</a:t>
            </a:r>
          </a:p>
        </p:txBody>
      </p:sp>
      <p:grpSp>
        <p:nvGrpSpPr>
          <p:cNvPr id="39" name="Groupe 38">
            <a:extLst>
              <a:ext uri="{FF2B5EF4-FFF2-40B4-BE49-F238E27FC236}">
                <a16:creationId xmlns:a16="http://schemas.microsoft.com/office/drawing/2014/main" id="{4BF158E2-A819-4A04-A524-D156BA8280FB}"/>
              </a:ext>
            </a:extLst>
          </p:cNvPr>
          <p:cNvGrpSpPr/>
          <p:nvPr userDrawn="1"/>
        </p:nvGrpSpPr>
        <p:grpSpPr>
          <a:xfrm>
            <a:off x="4266308" y="4628039"/>
            <a:ext cx="441357" cy="441357"/>
            <a:chOff x="2369213" y="5618276"/>
            <a:chExt cx="441357" cy="441357"/>
          </a:xfrm>
        </p:grpSpPr>
        <p:pic>
          <p:nvPicPr>
            <p:cNvPr id="40" name="Image 39">
              <a:extLst>
                <a:ext uri="{FF2B5EF4-FFF2-40B4-BE49-F238E27FC236}">
                  <a16:creationId xmlns:a16="http://schemas.microsoft.com/office/drawing/2014/main" id="{C726B929-EEFC-4CF8-9852-ED5FE90B35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41" name="ZoneTexte 40">
              <a:extLst>
                <a:ext uri="{FF2B5EF4-FFF2-40B4-BE49-F238E27FC236}">
                  <a16:creationId xmlns:a16="http://schemas.microsoft.com/office/drawing/2014/main" id="{BB7AADB5-D967-45CB-85F0-6DFDB8D775F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sp>
        <p:nvSpPr>
          <p:cNvPr id="42" name="ZoneTexte 41">
            <a:extLst>
              <a:ext uri="{FF2B5EF4-FFF2-40B4-BE49-F238E27FC236}">
                <a16:creationId xmlns:a16="http://schemas.microsoft.com/office/drawing/2014/main" id="{8AB0F863-2EB9-4C1A-A09D-583565C11B6B}"/>
              </a:ext>
            </a:extLst>
          </p:cNvPr>
          <p:cNvSpPr txBox="1"/>
          <p:nvPr userDrawn="1"/>
        </p:nvSpPr>
        <p:spPr>
          <a:xfrm>
            <a:off x="8577954" y="3846223"/>
            <a:ext cx="2790812" cy="369332"/>
          </a:xfrm>
          <a:prstGeom prst="rect">
            <a:avLst/>
          </a:prstGeom>
          <a:noFill/>
        </p:spPr>
        <p:txBody>
          <a:bodyPr wrap="square" rtlCol="0">
            <a:spAutoFit/>
          </a:bodyPr>
          <a:lstStyle/>
          <a:p>
            <a:r>
              <a:rPr lang="fr-FR">
                <a:solidFill>
                  <a:schemeClr val="bg1"/>
                </a:solidFill>
                <a:latin typeface="+mj-lt"/>
              </a:rPr>
              <a:t>Follow The Sun</a:t>
            </a:r>
          </a:p>
        </p:txBody>
      </p:sp>
      <p:sp>
        <p:nvSpPr>
          <p:cNvPr id="43" name="ZoneTexte 42">
            <a:extLst>
              <a:ext uri="{FF2B5EF4-FFF2-40B4-BE49-F238E27FC236}">
                <a16:creationId xmlns:a16="http://schemas.microsoft.com/office/drawing/2014/main" id="{7D5B4486-18B4-41F3-B3EC-C42606F8AA4F}"/>
              </a:ext>
            </a:extLst>
          </p:cNvPr>
          <p:cNvSpPr txBox="1"/>
          <p:nvPr userDrawn="1"/>
        </p:nvSpPr>
        <p:spPr>
          <a:xfrm>
            <a:off x="7951340" y="4357622"/>
            <a:ext cx="3417426" cy="646331"/>
          </a:xfrm>
          <a:prstGeom prst="rect">
            <a:avLst/>
          </a:prstGeom>
          <a:noFill/>
        </p:spPr>
        <p:txBody>
          <a:bodyPr wrap="square" rtlCol="0">
            <a:spAutoFit/>
          </a:bodyPr>
          <a:lstStyle/>
          <a:p>
            <a:pPr>
              <a:defRPr/>
            </a:pPr>
            <a:r>
              <a:rPr lang="fr-FR" sz="1200">
                <a:solidFill>
                  <a:schemeClr val="bg1"/>
                </a:solidFill>
                <a:cs typeface="Segoe UI"/>
              </a:rPr>
              <a:t>Nos équipes présentes en France et à Hong-Kong nous permettent une forte continuité de services.</a:t>
            </a:r>
          </a:p>
        </p:txBody>
      </p:sp>
      <p:grpSp>
        <p:nvGrpSpPr>
          <p:cNvPr id="44" name="Groupe 43">
            <a:extLst>
              <a:ext uri="{FF2B5EF4-FFF2-40B4-BE49-F238E27FC236}">
                <a16:creationId xmlns:a16="http://schemas.microsoft.com/office/drawing/2014/main" id="{4D420CD4-ACD9-4DC7-A48A-78DBA1C5EEC2}"/>
              </a:ext>
            </a:extLst>
          </p:cNvPr>
          <p:cNvGrpSpPr/>
          <p:nvPr userDrawn="1"/>
        </p:nvGrpSpPr>
        <p:grpSpPr>
          <a:xfrm>
            <a:off x="8032489" y="3829301"/>
            <a:ext cx="441357" cy="441357"/>
            <a:chOff x="2369213" y="5618276"/>
            <a:chExt cx="441357" cy="441357"/>
          </a:xfrm>
        </p:grpSpPr>
        <p:pic>
          <p:nvPicPr>
            <p:cNvPr id="45" name="Image 44">
              <a:extLst>
                <a:ext uri="{FF2B5EF4-FFF2-40B4-BE49-F238E27FC236}">
                  <a16:creationId xmlns:a16="http://schemas.microsoft.com/office/drawing/2014/main" id="{2A6D68FB-37F3-4309-AF60-56E04EE383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46" name="ZoneTexte 45">
              <a:extLst>
                <a:ext uri="{FF2B5EF4-FFF2-40B4-BE49-F238E27FC236}">
                  <a16:creationId xmlns:a16="http://schemas.microsoft.com/office/drawing/2014/main" id="{2C535111-337B-4587-BB19-10728DA2302C}"/>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spTree>
    <p:extLst>
      <p:ext uri="{BB962C8B-B14F-4D97-AF65-F5344CB8AC3E}">
        <p14:creationId xmlns:p14="http://schemas.microsoft.com/office/powerpoint/2010/main" val="10723466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Nos valeurs">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3F43BFB0-CC05-4049-AD4A-2ADE8F5EB608}"/>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9" name="Image 8">
            <a:extLst>
              <a:ext uri="{FF2B5EF4-FFF2-40B4-BE49-F238E27FC236}">
                <a16:creationId xmlns:a16="http://schemas.microsoft.com/office/drawing/2014/main" id="{B5AA9B4F-8206-4737-B20F-C58E8E475D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3234" y="1671047"/>
            <a:ext cx="700725" cy="613756"/>
          </a:xfrm>
          <a:prstGeom prst="rect">
            <a:avLst/>
          </a:prstGeom>
        </p:spPr>
      </p:pic>
      <p:pic>
        <p:nvPicPr>
          <p:cNvPr id="14" name="Image 13">
            <a:extLst>
              <a:ext uri="{FF2B5EF4-FFF2-40B4-BE49-F238E27FC236}">
                <a16:creationId xmlns:a16="http://schemas.microsoft.com/office/drawing/2014/main" id="{41D6E1E0-A82C-4D62-82E8-A9EEAD9FBF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14678" y="2797719"/>
            <a:ext cx="607384" cy="607384"/>
          </a:xfrm>
          <a:prstGeom prst="rect">
            <a:avLst/>
          </a:prstGeom>
        </p:spPr>
      </p:pic>
      <p:pic>
        <p:nvPicPr>
          <p:cNvPr id="16" name="Image 15">
            <a:extLst>
              <a:ext uri="{FF2B5EF4-FFF2-40B4-BE49-F238E27FC236}">
                <a16:creationId xmlns:a16="http://schemas.microsoft.com/office/drawing/2014/main" id="{0992EBCE-1ABB-47D7-A36B-51F6E974585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61042" y="3890955"/>
            <a:ext cx="700725" cy="634573"/>
          </a:xfrm>
          <a:prstGeom prst="rect">
            <a:avLst/>
          </a:prstGeom>
        </p:spPr>
      </p:pic>
      <p:pic>
        <p:nvPicPr>
          <p:cNvPr id="18" name="Image 17">
            <a:extLst>
              <a:ext uri="{FF2B5EF4-FFF2-40B4-BE49-F238E27FC236}">
                <a16:creationId xmlns:a16="http://schemas.microsoft.com/office/drawing/2014/main" id="{D54807C9-426A-42EC-84C6-1D8A11064C1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52568" y="4994209"/>
            <a:ext cx="637023" cy="723441"/>
          </a:xfrm>
          <a:prstGeom prst="rect">
            <a:avLst/>
          </a:prstGeom>
        </p:spPr>
      </p:pic>
      <p:sp>
        <p:nvSpPr>
          <p:cNvPr id="19" name="ZoneTexte 18">
            <a:extLst>
              <a:ext uri="{FF2B5EF4-FFF2-40B4-BE49-F238E27FC236}">
                <a16:creationId xmlns:a16="http://schemas.microsoft.com/office/drawing/2014/main" id="{E541C469-7D87-42DA-B51E-BC2B099C2E0E}"/>
              </a:ext>
            </a:extLst>
          </p:cNvPr>
          <p:cNvSpPr txBox="1"/>
          <p:nvPr userDrawn="1"/>
        </p:nvSpPr>
        <p:spPr>
          <a:xfrm>
            <a:off x="1975104" y="1638472"/>
            <a:ext cx="9378696"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Excellence</a:t>
            </a:r>
          </a:p>
          <a:p>
            <a:r>
              <a:rPr lang="fr-FR" sz="1200"/>
              <a:t>Notre culture de l’excellence nous pousse à viser le meilleur niveau de qualité, non seulement dans les solutions proposées, mais aussi dans nos interactions avec nos clients, avec nos partenaires, avec nos collègues. C’est aussi ce qui nous pousse à nous surpasser, à nous challenger, à nous former continuellement. Et à ne jamais arrêter d’explorer de nouvelles pistes pour créer des opportunités.</a:t>
            </a:r>
          </a:p>
        </p:txBody>
      </p:sp>
      <p:sp>
        <p:nvSpPr>
          <p:cNvPr id="20" name="ZoneTexte 19">
            <a:extLst>
              <a:ext uri="{FF2B5EF4-FFF2-40B4-BE49-F238E27FC236}">
                <a16:creationId xmlns:a16="http://schemas.microsoft.com/office/drawing/2014/main" id="{D3A51235-EB5D-4E8D-8734-C2DEF2D60446}"/>
              </a:ext>
            </a:extLst>
          </p:cNvPr>
          <p:cNvSpPr txBox="1"/>
          <p:nvPr userDrawn="1"/>
        </p:nvSpPr>
        <p:spPr>
          <a:xfrm>
            <a:off x="1975104" y="2665062"/>
            <a:ext cx="9378696"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Audace</a:t>
            </a:r>
          </a:p>
          <a:p>
            <a:r>
              <a:rPr lang="fr-FR" sz="1200"/>
              <a:t>Nous ne fixons pas de limites à notre goût d’entreprendre et à notre capacité à prendre des risques quand il le faut. Nous n’avons pas peur de remettre en cause les certitudes, d’explorer de nouvelles pistes, et de prendre des initiatives. Oser, c’est notre façon de progresser, d’évoluer, d’avancer.</a:t>
            </a:r>
          </a:p>
        </p:txBody>
      </p:sp>
      <p:sp>
        <p:nvSpPr>
          <p:cNvPr id="21" name="ZoneTexte 20">
            <a:extLst>
              <a:ext uri="{FF2B5EF4-FFF2-40B4-BE49-F238E27FC236}">
                <a16:creationId xmlns:a16="http://schemas.microsoft.com/office/drawing/2014/main" id="{C4317451-0BFE-46D9-933E-F5A4D17074FD}"/>
              </a:ext>
            </a:extLst>
          </p:cNvPr>
          <p:cNvSpPr txBox="1"/>
          <p:nvPr userDrawn="1"/>
        </p:nvSpPr>
        <p:spPr>
          <a:xfrm>
            <a:off x="1975104" y="3809714"/>
            <a:ext cx="9378696" cy="7386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Passion</a:t>
            </a:r>
          </a:p>
          <a:p>
            <a:r>
              <a:rPr lang="fr-FR" sz="1200"/>
              <a:t>Ce qui nous anime au quotidien, c’est notre passion pour notre métier et pour les nouvelles technologies. C’est le moteur de notre engagement et de notre motivation pour repousser les limites.</a:t>
            </a:r>
          </a:p>
        </p:txBody>
      </p:sp>
      <p:sp>
        <p:nvSpPr>
          <p:cNvPr id="22" name="ZoneTexte 21">
            <a:extLst>
              <a:ext uri="{FF2B5EF4-FFF2-40B4-BE49-F238E27FC236}">
                <a16:creationId xmlns:a16="http://schemas.microsoft.com/office/drawing/2014/main" id="{BEFBCC56-7E75-4C89-B96A-03F6D7A26964}"/>
              </a:ext>
            </a:extLst>
          </p:cNvPr>
          <p:cNvSpPr txBox="1"/>
          <p:nvPr userDrawn="1"/>
        </p:nvSpPr>
        <p:spPr>
          <a:xfrm>
            <a:off x="1975104" y="4794320"/>
            <a:ext cx="9378696"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Confiance</a:t>
            </a:r>
          </a:p>
          <a:p>
            <a:r>
              <a:rPr lang="fr-FR" sz="1200"/>
              <a:t>Nous sommes une entreprise à taille humaine qui met la confiance au cœur de ses interactions, que ce soit avec nos clients, avec nos partenaires, ou en interne dans les relations avec les managers et au sein des équipes. La confiance, c’est aussi une façon d’aborder les nouveaux projets et les challenges, en faisant preuve de bienveillance, d’écoute et de compréhension, avec l’esprit ouvert.</a:t>
            </a:r>
          </a:p>
        </p:txBody>
      </p:sp>
      <p:sp>
        <p:nvSpPr>
          <p:cNvPr id="17" name="ZoneTexte 16">
            <a:extLst>
              <a:ext uri="{FF2B5EF4-FFF2-40B4-BE49-F238E27FC236}">
                <a16:creationId xmlns:a16="http://schemas.microsoft.com/office/drawing/2014/main" id="{6C6B99B3-7C5C-46E9-A995-6A1A4A3E94CB}"/>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Nos valeurs</a:t>
            </a:r>
          </a:p>
        </p:txBody>
      </p:sp>
    </p:spTree>
    <p:extLst>
      <p:ext uri="{BB962C8B-B14F-4D97-AF65-F5344CB8AC3E}">
        <p14:creationId xmlns:p14="http://schemas.microsoft.com/office/powerpoint/2010/main" val="115994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theme" Target="../theme/theme4.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2257435967"/>
      </p:ext>
    </p:extLst>
  </p:cSld>
  <p:clrMap bg1="lt1" tx1="dk1" bg2="lt2" tx2="dk2" accent1="accent1" accent2="accent2" accent3="accent3" accent4="accent4" accent5="accent5" accent6="accent6" hlink="hlink" folHlink="folHlink"/>
  <p:sldLayoutIdLst>
    <p:sldLayoutId id="2147483731" r:id="rId1"/>
    <p:sldLayoutId id="2147483848" r:id="rId2"/>
    <p:sldLayoutId id="2147483849" r:id="rId3"/>
    <p:sldLayoutId id="2147483851" r:id="rId4"/>
    <p:sldLayoutId id="2147483686" r:id="rId5"/>
    <p:sldLayoutId id="2147483705" r:id="rId6"/>
    <p:sldLayoutId id="2147483698" r:id="rId7"/>
    <p:sldLayoutId id="2147483699" r:id="rId8"/>
    <p:sldLayoutId id="2147483700" r:id="rId9"/>
    <p:sldLayoutId id="2147483697" r:id="rId10"/>
    <p:sldLayoutId id="2147483703" r:id="rId11"/>
    <p:sldLayoutId id="2147483701" r:id="rId12"/>
    <p:sldLayoutId id="2147483702" r:id="rId13"/>
    <p:sldLayoutId id="2147483704" r:id="rId14"/>
    <p:sldLayoutId id="2147483706" r:id="rId15"/>
    <p:sldLayoutId id="2147483884" r:id="rId16"/>
    <p:sldLayoutId id="2147483708" r:id="rId17"/>
    <p:sldLayoutId id="2147483709" r:id="rId18"/>
    <p:sldLayoutId id="2147483730" r:id="rId19"/>
    <p:sldLayoutId id="2147483887" r:id="rId20"/>
    <p:sldLayoutId id="2147483899" r:id="rId2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2884374338"/>
      </p:ext>
    </p:extLst>
  </p:cSld>
  <p:clrMap bg1="lt1" tx1="dk1" bg2="lt2" tx2="dk2" accent1="accent1" accent2="accent2" accent3="accent3" accent4="accent4" accent5="accent5" accent6="accent6" hlink="hlink" folHlink="folHlink"/>
  <p:sldLayoutIdLst>
    <p:sldLayoutId id="2147483862" r:id="rId1"/>
    <p:sldLayoutId id="2147483866" r:id="rId2"/>
    <p:sldLayoutId id="2147483869" r:id="rId3"/>
    <p:sldLayoutId id="2147483886" r:id="rId4"/>
    <p:sldLayoutId id="2147483878" r:id="rId5"/>
    <p:sldLayoutId id="2147483882"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1757112607"/>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39" r:id="rId3"/>
    <p:sldLayoutId id="2147483844" r:id="rId4"/>
    <p:sldLayoutId id="2147483825" r:id="rId5"/>
    <p:sldLayoutId id="2147483826" r:id="rId6"/>
    <p:sldLayoutId id="2147483827" r:id="rId7"/>
    <p:sldLayoutId id="2147483828" r:id="rId8"/>
    <p:sldLayoutId id="2147483841" r:id="rId9"/>
    <p:sldLayoutId id="2147483829" r:id="rId10"/>
    <p:sldLayoutId id="2147483836" r:id="rId11"/>
    <p:sldLayoutId id="2147483830" r:id="rId12"/>
    <p:sldLayoutId id="2147483831" r:id="rId13"/>
    <p:sldLayoutId id="2147483832" r:id="rId14"/>
    <p:sldLayoutId id="2147483842" r:id="rId15"/>
    <p:sldLayoutId id="2147483834" r:id="rId16"/>
    <p:sldLayoutId id="214748383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92673946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803" r:id="rId4"/>
    <p:sldLayoutId id="2147483774" r:id="rId5"/>
    <p:sldLayoutId id="2147483838" r:id="rId6"/>
    <p:sldLayoutId id="2147483843" r:id="rId7"/>
    <p:sldLayoutId id="2147483775" r:id="rId8"/>
    <p:sldLayoutId id="2147483776" r:id="rId9"/>
    <p:sldLayoutId id="2147483777" r:id="rId10"/>
    <p:sldLayoutId id="2147483837" r:id="rId11"/>
    <p:sldLayoutId id="2147483840" r:id="rId12"/>
    <p:sldLayoutId id="2147483802" r:id="rId13"/>
    <p:sldLayoutId id="2147483846" r:id="rId14"/>
    <p:sldLayoutId id="2147483847" r:id="rId15"/>
    <p:sldLayoutId id="2147483855" r:id="rId16"/>
    <p:sldLayoutId id="2147483854" r:id="rId17"/>
    <p:sldLayoutId id="2147483853" r:id="rId18"/>
    <p:sldLayoutId id="2147483856" r:id="rId19"/>
    <p:sldLayoutId id="2147483845" r:id="rId20"/>
    <p:sldLayoutId id="2147483852" r:id="rId21"/>
    <p:sldLayoutId id="2147483900" r:id="rId22"/>
    <p:sldLayoutId id="2147483901" r:id="rId2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Tree>
    <p:extLst>
      <p:ext uri="{BB962C8B-B14F-4D97-AF65-F5344CB8AC3E}">
        <p14:creationId xmlns:p14="http://schemas.microsoft.com/office/powerpoint/2010/main" val="1646131918"/>
      </p:ext>
    </p:extLst>
  </p:cSld>
  <p:clrMap bg1="lt1" tx1="dk1" bg2="lt2" tx2="dk2" accent1="accent1" accent2="accent2" accent3="accent3" accent4="accent4" accent5="accent5" accent6="accent6" hlink="hlink" folHlink="folHlink"/>
  <p:sldLayoutIdLst>
    <p:sldLayoutId id="2147483898" r:id="rId1"/>
    <p:sldLayoutId id="2147483892" r:id="rId2"/>
    <p:sldLayoutId id="2147483893" r:id="rId3"/>
    <p:sldLayoutId id="2147483894" r:id="rId4"/>
    <p:sldLayoutId id="2147483895" r:id="rId5"/>
    <p:sldLayoutId id="2147483896" r:id="rId6"/>
    <p:sldLayoutId id="214748389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svg"/><Relationship Id="rId2" Type="http://schemas.openxmlformats.org/officeDocument/2006/relationships/notesSlide" Target="../notesSlides/notesSlide2.xml"/><Relationship Id="rId1" Type="http://schemas.openxmlformats.org/officeDocument/2006/relationships/slideLayout" Target="../slideLayouts/slideLayout66.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5" Type="http://schemas.openxmlformats.org/officeDocument/2006/relationships/image" Target="../media/image66.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svg"/></Relationships>
</file>

<file path=ppt/slides/_rels/slide4.xml.rels><?xml version="1.0" encoding="UTF-8" standalone="yes"?>
<Relationships xmlns="http://schemas.openxmlformats.org/package/2006/relationships"><Relationship Id="rId8" Type="http://schemas.openxmlformats.org/officeDocument/2006/relationships/image" Target="../media/image85.svg"/><Relationship Id="rId13" Type="http://schemas.openxmlformats.org/officeDocument/2006/relationships/image" Target="../media/image90.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svg"/><Relationship Id="rId17" Type="http://schemas.openxmlformats.org/officeDocument/2006/relationships/image" Target="../media/image92.png"/><Relationship Id="rId2" Type="http://schemas.openxmlformats.org/officeDocument/2006/relationships/notesSlide" Target="../notesSlides/notesSlide3.xml"/><Relationship Id="rId16" Type="http://schemas.openxmlformats.org/officeDocument/2006/relationships/image" Target="../media/image79.svg"/><Relationship Id="rId1" Type="http://schemas.openxmlformats.org/officeDocument/2006/relationships/slideLayout" Target="../slideLayouts/slideLayout21.xml"/><Relationship Id="rId6" Type="http://schemas.openxmlformats.org/officeDocument/2006/relationships/image" Target="../media/image83.svg"/><Relationship Id="rId11" Type="http://schemas.openxmlformats.org/officeDocument/2006/relationships/image" Target="../media/image88.png"/><Relationship Id="rId5" Type="http://schemas.openxmlformats.org/officeDocument/2006/relationships/image" Target="../media/image82.png"/><Relationship Id="rId15" Type="http://schemas.openxmlformats.org/officeDocument/2006/relationships/image" Target="../media/image78.png"/><Relationship Id="rId10" Type="http://schemas.openxmlformats.org/officeDocument/2006/relationships/image" Target="../media/image87.svg"/><Relationship Id="rId4" Type="http://schemas.openxmlformats.org/officeDocument/2006/relationships/image" Target="../media/image81.svg"/><Relationship Id="rId9" Type="http://schemas.openxmlformats.org/officeDocument/2006/relationships/image" Target="../media/image86.png"/><Relationship Id="rId14" Type="http://schemas.openxmlformats.org/officeDocument/2006/relationships/image" Target="../media/image91.png"/></Relationships>
</file>

<file path=ppt/slides/_rels/slide5.xml.rels><?xml version="1.0" encoding="UTF-8" standalone="yes"?>
<Relationships xmlns="http://schemas.openxmlformats.org/package/2006/relationships"><Relationship Id="rId8" Type="http://schemas.openxmlformats.org/officeDocument/2006/relationships/image" Target="../media/image77.svg"/><Relationship Id="rId13" Type="http://schemas.openxmlformats.org/officeDocument/2006/relationships/image" Target="../media/image78.png"/><Relationship Id="rId3" Type="http://schemas.openxmlformats.org/officeDocument/2006/relationships/image" Target="../media/image69.png"/><Relationship Id="rId7" Type="http://schemas.openxmlformats.org/officeDocument/2006/relationships/image" Target="../media/image76.png"/><Relationship Id="rId12" Type="http://schemas.openxmlformats.org/officeDocument/2006/relationships/image" Target="../media/image96.png"/><Relationship Id="rId2" Type="http://schemas.openxmlformats.org/officeDocument/2006/relationships/notesSlide" Target="../notesSlides/notesSlide4.xml"/><Relationship Id="rId16" Type="http://schemas.openxmlformats.org/officeDocument/2006/relationships/image" Target="../media/image97.png"/><Relationship Id="rId1" Type="http://schemas.openxmlformats.org/officeDocument/2006/relationships/slideLayout" Target="../slideLayouts/slideLayout21.xml"/><Relationship Id="rId6" Type="http://schemas.openxmlformats.org/officeDocument/2006/relationships/image" Target="../media/image68.png"/><Relationship Id="rId11" Type="http://schemas.openxmlformats.org/officeDocument/2006/relationships/image" Target="../media/image90.png"/><Relationship Id="rId5" Type="http://schemas.openxmlformats.org/officeDocument/2006/relationships/image" Target="../media/image94.png"/><Relationship Id="rId15" Type="http://schemas.openxmlformats.org/officeDocument/2006/relationships/image" Target="../media/image91.png"/><Relationship Id="rId10" Type="http://schemas.openxmlformats.org/officeDocument/2006/relationships/image" Target="../media/image95.png"/><Relationship Id="rId4" Type="http://schemas.openxmlformats.org/officeDocument/2006/relationships/image" Target="../media/image93.png"/><Relationship Id="rId9" Type="http://schemas.openxmlformats.org/officeDocument/2006/relationships/image" Target="../media/image71.png"/><Relationship Id="rId14" Type="http://schemas.openxmlformats.org/officeDocument/2006/relationships/image" Target="../media/image79.svg"/></Relationships>
</file>

<file path=ppt/slides/_rels/slide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8" Type="http://schemas.openxmlformats.org/officeDocument/2006/relationships/image" Target="../media/image102.svg"/><Relationship Id="rId13" Type="http://schemas.openxmlformats.org/officeDocument/2006/relationships/image" Target="../media/image107.png"/><Relationship Id="rId3" Type="http://schemas.openxmlformats.org/officeDocument/2006/relationships/image" Target="../media/image98.png"/><Relationship Id="rId7" Type="http://schemas.openxmlformats.org/officeDocument/2006/relationships/image" Target="../media/image101.png"/><Relationship Id="rId12" Type="http://schemas.openxmlformats.org/officeDocument/2006/relationships/image" Target="../media/image106.svg"/><Relationship Id="rId2" Type="http://schemas.openxmlformats.org/officeDocument/2006/relationships/notesSlide" Target="../notesSlides/notesSlide5.xml"/><Relationship Id="rId1" Type="http://schemas.openxmlformats.org/officeDocument/2006/relationships/slideLayout" Target="../slideLayouts/slideLayout67.xml"/><Relationship Id="rId6" Type="http://schemas.openxmlformats.org/officeDocument/2006/relationships/image" Target="../media/image100.emf"/><Relationship Id="rId11" Type="http://schemas.openxmlformats.org/officeDocument/2006/relationships/image" Target="../media/image105.png"/><Relationship Id="rId5" Type="http://schemas.openxmlformats.org/officeDocument/2006/relationships/image" Target="../media/image99.emf"/><Relationship Id="rId10" Type="http://schemas.openxmlformats.org/officeDocument/2006/relationships/image" Target="../media/image104.svg"/><Relationship Id="rId4" Type="http://schemas.openxmlformats.org/officeDocument/2006/relationships/image" Target="../media/image69.png"/><Relationship Id="rId9" Type="http://schemas.openxmlformats.org/officeDocument/2006/relationships/image" Target="../media/image103.png"/><Relationship Id="rId14" Type="http://schemas.openxmlformats.org/officeDocument/2006/relationships/image" Target="../media/image108.svg"/></Relationships>
</file>

<file path=ppt/slides/_rels/slide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09.png"/><Relationship Id="rId1" Type="http://schemas.openxmlformats.org/officeDocument/2006/relationships/slideLayout" Target="../slideLayouts/slideLayout67.xml"/></Relationships>
</file>

<file path=ppt/slides/_rels/slide9.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3.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4.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image" Target="../media/image69.png"/><Relationship Id="rId1" Type="http://schemas.openxmlformats.org/officeDocument/2006/relationships/slideLayout" Target="../slideLayouts/slideLayout67.xml"/></Relationships>
</file>

<file path=ppt/slides/_rels/slide17.xml.rels><?xml version="1.0" encoding="UTF-8" standalone="yes"?>
<Relationships xmlns="http://schemas.openxmlformats.org/package/2006/relationships"><Relationship Id="rId26" Type="http://schemas.openxmlformats.org/officeDocument/2006/relationships/image" Target="../media/image139.png"/><Relationship Id="rId21" Type="http://schemas.openxmlformats.org/officeDocument/2006/relationships/image" Target="../media/image134.png"/><Relationship Id="rId42" Type="http://schemas.openxmlformats.org/officeDocument/2006/relationships/image" Target="../media/image155.png"/><Relationship Id="rId47" Type="http://schemas.openxmlformats.org/officeDocument/2006/relationships/image" Target="../media/image160.png"/><Relationship Id="rId63" Type="http://schemas.openxmlformats.org/officeDocument/2006/relationships/image" Target="../media/image176.png"/><Relationship Id="rId68" Type="http://schemas.openxmlformats.org/officeDocument/2006/relationships/image" Target="../media/image181.png"/><Relationship Id="rId84" Type="http://schemas.openxmlformats.org/officeDocument/2006/relationships/image" Target="../media/image197.png"/><Relationship Id="rId16" Type="http://schemas.openxmlformats.org/officeDocument/2006/relationships/image" Target="../media/image129.svg"/><Relationship Id="rId11" Type="http://schemas.openxmlformats.org/officeDocument/2006/relationships/image" Target="../media/image80.png"/><Relationship Id="rId32" Type="http://schemas.openxmlformats.org/officeDocument/2006/relationships/image" Target="../media/image145.png"/><Relationship Id="rId37" Type="http://schemas.openxmlformats.org/officeDocument/2006/relationships/image" Target="../media/image150.svg"/><Relationship Id="rId53" Type="http://schemas.openxmlformats.org/officeDocument/2006/relationships/image" Target="../media/image166.svg"/><Relationship Id="rId58" Type="http://schemas.openxmlformats.org/officeDocument/2006/relationships/image" Target="../media/image171.png"/><Relationship Id="rId74" Type="http://schemas.openxmlformats.org/officeDocument/2006/relationships/image" Target="../media/image187.jpeg"/><Relationship Id="rId79" Type="http://schemas.openxmlformats.org/officeDocument/2006/relationships/image" Target="../media/image192.jpeg"/><Relationship Id="rId5" Type="http://schemas.openxmlformats.org/officeDocument/2006/relationships/image" Target="../media/image120.png"/><Relationship Id="rId61" Type="http://schemas.openxmlformats.org/officeDocument/2006/relationships/image" Target="../media/image174.png"/><Relationship Id="rId82" Type="http://schemas.openxmlformats.org/officeDocument/2006/relationships/image" Target="../media/image195.jpeg"/><Relationship Id="rId19" Type="http://schemas.openxmlformats.org/officeDocument/2006/relationships/image" Target="../media/image132.png"/><Relationship Id="rId14" Type="http://schemas.openxmlformats.org/officeDocument/2006/relationships/image" Target="../media/image127.svg"/><Relationship Id="rId22" Type="http://schemas.openxmlformats.org/officeDocument/2006/relationships/image" Target="../media/image135.svg"/><Relationship Id="rId27" Type="http://schemas.openxmlformats.org/officeDocument/2006/relationships/image" Target="../media/image140.png"/><Relationship Id="rId30" Type="http://schemas.openxmlformats.org/officeDocument/2006/relationships/image" Target="../media/image143.svg"/><Relationship Id="rId35" Type="http://schemas.openxmlformats.org/officeDocument/2006/relationships/image" Target="../media/image148.png"/><Relationship Id="rId43" Type="http://schemas.openxmlformats.org/officeDocument/2006/relationships/image" Target="../media/image156.png"/><Relationship Id="rId48" Type="http://schemas.openxmlformats.org/officeDocument/2006/relationships/image" Target="../media/image161.png"/><Relationship Id="rId56" Type="http://schemas.openxmlformats.org/officeDocument/2006/relationships/image" Target="../media/image169.png"/><Relationship Id="rId64" Type="http://schemas.openxmlformats.org/officeDocument/2006/relationships/image" Target="../media/image177.png"/><Relationship Id="rId69" Type="http://schemas.openxmlformats.org/officeDocument/2006/relationships/image" Target="../media/image182.png"/><Relationship Id="rId77" Type="http://schemas.openxmlformats.org/officeDocument/2006/relationships/image" Target="../media/image190.jpeg"/><Relationship Id="rId8" Type="http://schemas.openxmlformats.org/officeDocument/2006/relationships/image" Target="../media/image123.svg"/><Relationship Id="rId51" Type="http://schemas.openxmlformats.org/officeDocument/2006/relationships/image" Target="../media/image164.png"/><Relationship Id="rId72" Type="http://schemas.openxmlformats.org/officeDocument/2006/relationships/image" Target="../media/image185.png"/><Relationship Id="rId80" Type="http://schemas.openxmlformats.org/officeDocument/2006/relationships/image" Target="../media/image193.jpeg"/><Relationship Id="rId3" Type="http://schemas.openxmlformats.org/officeDocument/2006/relationships/image" Target="../media/image118.png"/><Relationship Id="rId12" Type="http://schemas.openxmlformats.org/officeDocument/2006/relationships/image" Target="../media/image81.svg"/><Relationship Id="rId17" Type="http://schemas.openxmlformats.org/officeDocument/2006/relationships/image" Target="../media/image130.png"/><Relationship Id="rId25" Type="http://schemas.openxmlformats.org/officeDocument/2006/relationships/image" Target="../media/image138.png"/><Relationship Id="rId33" Type="http://schemas.openxmlformats.org/officeDocument/2006/relationships/image" Target="../media/image146.png"/><Relationship Id="rId38" Type="http://schemas.openxmlformats.org/officeDocument/2006/relationships/image" Target="../media/image151.png"/><Relationship Id="rId46" Type="http://schemas.openxmlformats.org/officeDocument/2006/relationships/image" Target="../media/image159.png"/><Relationship Id="rId59" Type="http://schemas.openxmlformats.org/officeDocument/2006/relationships/image" Target="../media/image172.png"/><Relationship Id="rId67" Type="http://schemas.openxmlformats.org/officeDocument/2006/relationships/image" Target="../media/image180.svg"/><Relationship Id="rId20" Type="http://schemas.openxmlformats.org/officeDocument/2006/relationships/image" Target="../media/image133.svg"/><Relationship Id="rId41" Type="http://schemas.openxmlformats.org/officeDocument/2006/relationships/image" Target="../media/image154.png"/><Relationship Id="rId54" Type="http://schemas.openxmlformats.org/officeDocument/2006/relationships/image" Target="../media/image167.png"/><Relationship Id="rId62" Type="http://schemas.openxmlformats.org/officeDocument/2006/relationships/image" Target="../media/image175.png"/><Relationship Id="rId70" Type="http://schemas.openxmlformats.org/officeDocument/2006/relationships/image" Target="../media/image183.png"/><Relationship Id="rId75" Type="http://schemas.openxmlformats.org/officeDocument/2006/relationships/image" Target="../media/image188.png"/><Relationship Id="rId83" Type="http://schemas.openxmlformats.org/officeDocument/2006/relationships/image" Target="../media/image196.jpeg"/><Relationship Id="rId1" Type="http://schemas.openxmlformats.org/officeDocument/2006/relationships/slideLayout" Target="../slideLayouts/slideLayout67.xml"/><Relationship Id="rId6" Type="http://schemas.openxmlformats.org/officeDocument/2006/relationships/image" Target="../media/image121.svg"/><Relationship Id="rId15" Type="http://schemas.openxmlformats.org/officeDocument/2006/relationships/image" Target="../media/image128.png"/><Relationship Id="rId23" Type="http://schemas.openxmlformats.org/officeDocument/2006/relationships/image" Target="../media/image136.png"/><Relationship Id="rId28" Type="http://schemas.openxmlformats.org/officeDocument/2006/relationships/image" Target="../media/image141.svg"/><Relationship Id="rId36" Type="http://schemas.openxmlformats.org/officeDocument/2006/relationships/image" Target="../media/image149.png"/><Relationship Id="rId49" Type="http://schemas.openxmlformats.org/officeDocument/2006/relationships/image" Target="../media/image162.png"/><Relationship Id="rId57" Type="http://schemas.openxmlformats.org/officeDocument/2006/relationships/image" Target="../media/image170.png"/><Relationship Id="rId10" Type="http://schemas.openxmlformats.org/officeDocument/2006/relationships/image" Target="../media/image125.svg"/><Relationship Id="rId31" Type="http://schemas.openxmlformats.org/officeDocument/2006/relationships/image" Target="../media/image144.png"/><Relationship Id="rId44" Type="http://schemas.openxmlformats.org/officeDocument/2006/relationships/image" Target="../media/image157.png"/><Relationship Id="rId52" Type="http://schemas.openxmlformats.org/officeDocument/2006/relationships/image" Target="../media/image165.png"/><Relationship Id="rId60" Type="http://schemas.openxmlformats.org/officeDocument/2006/relationships/image" Target="../media/image173.png"/><Relationship Id="rId65" Type="http://schemas.openxmlformats.org/officeDocument/2006/relationships/image" Target="../media/image178.png"/><Relationship Id="rId73" Type="http://schemas.openxmlformats.org/officeDocument/2006/relationships/image" Target="../media/image186.jpeg"/><Relationship Id="rId78" Type="http://schemas.openxmlformats.org/officeDocument/2006/relationships/image" Target="../media/image191.jpeg"/><Relationship Id="rId81" Type="http://schemas.openxmlformats.org/officeDocument/2006/relationships/image" Target="../media/image194.jpeg"/><Relationship Id="rId4" Type="http://schemas.openxmlformats.org/officeDocument/2006/relationships/image" Target="../media/image119.svg"/><Relationship Id="rId9" Type="http://schemas.openxmlformats.org/officeDocument/2006/relationships/image" Target="../media/image124.png"/><Relationship Id="rId13" Type="http://schemas.openxmlformats.org/officeDocument/2006/relationships/image" Target="../media/image126.png"/><Relationship Id="rId18" Type="http://schemas.openxmlformats.org/officeDocument/2006/relationships/image" Target="../media/image131.png"/><Relationship Id="rId39" Type="http://schemas.openxmlformats.org/officeDocument/2006/relationships/image" Target="../media/image152.png"/><Relationship Id="rId34" Type="http://schemas.openxmlformats.org/officeDocument/2006/relationships/image" Target="../media/image147.png"/><Relationship Id="rId50" Type="http://schemas.openxmlformats.org/officeDocument/2006/relationships/image" Target="../media/image163.png"/><Relationship Id="rId55" Type="http://schemas.openxmlformats.org/officeDocument/2006/relationships/image" Target="../media/image168.png"/><Relationship Id="rId76" Type="http://schemas.openxmlformats.org/officeDocument/2006/relationships/image" Target="../media/image189.jpeg"/><Relationship Id="rId7" Type="http://schemas.openxmlformats.org/officeDocument/2006/relationships/image" Target="../media/image122.png"/><Relationship Id="rId71" Type="http://schemas.openxmlformats.org/officeDocument/2006/relationships/image" Target="../media/image184.png"/><Relationship Id="rId2" Type="http://schemas.openxmlformats.org/officeDocument/2006/relationships/notesSlide" Target="../notesSlides/notesSlide6.xml"/><Relationship Id="rId29" Type="http://schemas.openxmlformats.org/officeDocument/2006/relationships/image" Target="../media/image142.png"/><Relationship Id="rId24" Type="http://schemas.openxmlformats.org/officeDocument/2006/relationships/image" Target="../media/image137.png"/><Relationship Id="rId40" Type="http://schemas.openxmlformats.org/officeDocument/2006/relationships/image" Target="../media/image153.png"/><Relationship Id="rId45" Type="http://schemas.openxmlformats.org/officeDocument/2006/relationships/image" Target="../media/image158.svg"/><Relationship Id="rId66" Type="http://schemas.openxmlformats.org/officeDocument/2006/relationships/image" Target="../media/image17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81A859-C9A6-4618-BAE3-CFF1B982CD1B}"/>
              </a:ext>
            </a:extLst>
          </p:cNvPr>
          <p:cNvSpPr>
            <a:spLocks noGrp="1"/>
          </p:cNvSpPr>
          <p:nvPr>
            <p:ph type="ctrTitle"/>
          </p:nvPr>
        </p:nvSpPr>
        <p:spPr/>
        <p:txBody>
          <a:bodyPr/>
          <a:lstStyle/>
          <a:p>
            <a:r>
              <a:rPr lang="fr-FR" dirty="0"/>
              <a:t>Formation MS Fabric</a:t>
            </a:r>
          </a:p>
        </p:txBody>
      </p:sp>
      <p:sp>
        <p:nvSpPr>
          <p:cNvPr id="3" name="Sous-titre 2">
            <a:extLst>
              <a:ext uri="{FF2B5EF4-FFF2-40B4-BE49-F238E27FC236}">
                <a16:creationId xmlns:a16="http://schemas.microsoft.com/office/drawing/2014/main" id="{29B7C791-3A4A-41F0-A0B1-67AECA6E70F5}"/>
              </a:ext>
            </a:extLst>
          </p:cNvPr>
          <p:cNvSpPr>
            <a:spLocks noGrp="1"/>
          </p:cNvSpPr>
          <p:nvPr>
            <p:ph type="subTitle" idx="1"/>
          </p:nvPr>
        </p:nvSpPr>
        <p:spPr/>
        <p:txBody>
          <a:bodyPr/>
          <a:lstStyle/>
          <a:p>
            <a:r>
              <a:rPr lang="da-DK" dirty="0"/>
              <a:t>Fabric Data Factory</a:t>
            </a:r>
          </a:p>
        </p:txBody>
      </p:sp>
      <p:sp>
        <p:nvSpPr>
          <p:cNvPr id="4" name="Espace réservé du numéro de diapositive 3">
            <a:extLst>
              <a:ext uri="{FF2B5EF4-FFF2-40B4-BE49-F238E27FC236}">
                <a16:creationId xmlns:a16="http://schemas.microsoft.com/office/drawing/2014/main" id="{F12F76BD-4256-4188-9955-A90A37E6C8AE}"/>
              </a:ext>
            </a:extLst>
          </p:cNvPr>
          <p:cNvSpPr>
            <a:spLocks noGrp="1"/>
          </p:cNvSpPr>
          <p:nvPr>
            <p:ph type="sldNum" sz="quarter" idx="12"/>
          </p:nvPr>
        </p:nvSpPr>
        <p:spPr/>
        <p:txBody>
          <a:bodyPr/>
          <a:lstStyle/>
          <a:p>
            <a:fld id="{323DE39C-8A81-4508-8EC3-8C55B05C4E7E}" type="slidenum">
              <a:rPr lang="fr-FR" smtClean="0"/>
              <a:t>1</a:t>
            </a:fld>
            <a:endParaRPr lang="fr-FR"/>
          </a:p>
        </p:txBody>
      </p:sp>
      <p:pic>
        <p:nvPicPr>
          <p:cNvPr id="5" name="Picture 105">
            <a:extLst>
              <a:ext uri="{FF2B5EF4-FFF2-40B4-BE49-F238E27FC236}">
                <a16:creationId xmlns:a16="http://schemas.microsoft.com/office/drawing/2014/main" id="{08AFEE07-8B70-5B86-6F72-FFEA23142C65}"/>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9318566" y="4630487"/>
            <a:ext cx="854597" cy="854593"/>
          </a:xfrm>
          <a:prstGeom prst="rect">
            <a:avLst/>
          </a:prstGeom>
          <a:effectLst/>
        </p:spPr>
      </p:pic>
    </p:spTree>
    <p:extLst>
      <p:ext uri="{BB962C8B-B14F-4D97-AF65-F5344CB8AC3E}">
        <p14:creationId xmlns:p14="http://schemas.microsoft.com/office/powerpoint/2010/main" val="2130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4CEC-FC99-9A70-A476-89B57438FF66}"/>
              </a:ext>
            </a:extLst>
          </p:cNvPr>
          <p:cNvSpPr>
            <a:spLocks noGrp="1"/>
          </p:cNvSpPr>
          <p:nvPr>
            <p:ph type="title"/>
          </p:nvPr>
        </p:nvSpPr>
        <p:spPr>
          <a:xfrm>
            <a:off x="581025" y="365125"/>
            <a:ext cx="11029949" cy="549275"/>
          </a:xfrm>
        </p:spPr>
        <p:txBody>
          <a:bodyPr/>
          <a:lstStyle/>
          <a:p>
            <a:r>
              <a:rPr lang="en-US" sz="2800"/>
              <a:t>Customers enhancing their data estate face immense complexity</a:t>
            </a:r>
          </a:p>
        </p:txBody>
      </p:sp>
      <p:grpSp>
        <p:nvGrpSpPr>
          <p:cNvPr id="3" name="Group 2" descr="An image that depicts the vast landscape of machine learning, artificial intelligence, and data (MAD). Within the image, it shows the top ~50 companies and their associated logos in each of the MAD categories: Infrastructure, Analytics, Machine Learning and Artificial Intelligence, Applications, Enterprise, Applications, Horizontal, Applications, Industry, Open Source Infrastructure, Data Sources and APIs, and Data and AI Consulting. This showcases how fragmented the overall landscape is.">
            <a:extLst>
              <a:ext uri="{FF2B5EF4-FFF2-40B4-BE49-F238E27FC236}">
                <a16:creationId xmlns:a16="http://schemas.microsoft.com/office/drawing/2014/main" id="{9E398300-DAB4-79C9-A659-8570D8699442}"/>
              </a:ext>
            </a:extLst>
          </p:cNvPr>
          <p:cNvGrpSpPr/>
          <p:nvPr/>
        </p:nvGrpSpPr>
        <p:grpSpPr>
          <a:xfrm>
            <a:off x="871478" y="991352"/>
            <a:ext cx="10449044" cy="5315786"/>
            <a:chOff x="871478" y="991352"/>
            <a:chExt cx="10449044" cy="5315786"/>
          </a:xfrm>
        </p:grpSpPr>
        <p:sp>
          <p:nvSpPr>
            <p:cNvPr id="9" name="Rounded Rectangle 7">
              <a:extLst>
                <a:ext uri="{FF2B5EF4-FFF2-40B4-BE49-F238E27FC236}">
                  <a16:creationId xmlns:a16="http://schemas.microsoft.com/office/drawing/2014/main" id="{F6A24A54-1987-44D8-3ACA-DF96F5B3199D}"/>
                </a:ext>
                <a:ext uri="{C183D7F6-B498-43B3-948B-1728B52AA6E4}">
                  <adec:decorative xmlns:adec="http://schemas.microsoft.com/office/drawing/2017/decorative" val="1"/>
                </a:ext>
              </a:extLst>
            </p:cNvPr>
            <p:cNvSpPr/>
            <p:nvPr/>
          </p:nvSpPr>
          <p:spPr bwMode="auto">
            <a:xfrm>
              <a:off x="871478" y="991352"/>
              <a:ext cx="10449044" cy="5315786"/>
            </a:xfrm>
            <a:prstGeom prst="roundRect">
              <a:avLst>
                <a:gd name="adj" fmla="val 2729"/>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pic>
          <p:nvPicPr>
            <p:cNvPr id="10" name="Picture 9">
              <a:extLst>
                <a:ext uri="{FF2B5EF4-FFF2-40B4-BE49-F238E27FC236}">
                  <a16:creationId xmlns:a16="http://schemas.microsoft.com/office/drawing/2014/main" id="{90AAF584-8E7D-20DB-3BFA-2BD2C3BC56BF}"/>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1031198" y="1121031"/>
              <a:ext cx="10129606" cy="5056429"/>
            </a:xfrm>
            <a:prstGeom prst="roundRect">
              <a:avLst>
                <a:gd name="adj" fmla="val 0"/>
              </a:avLst>
            </a:prstGeom>
          </p:spPr>
        </p:pic>
      </p:grpSp>
      <p:sp>
        <p:nvSpPr>
          <p:cNvPr id="7" name="Slide Number Placeholder 6">
            <a:extLst>
              <a:ext uri="{FF2B5EF4-FFF2-40B4-BE49-F238E27FC236}">
                <a16:creationId xmlns:a16="http://schemas.microsoft.com/office/drawing/2014/main" id="{88B4035F-55DA-DD22-5188-0D13C03F19A6}"/>
              </a:ext>
            </a:extLst>
          </p:cNvPr>
          <p:cNvSpPr>
            <a:spLocks noGrp="1"/>
          </p:cNvSpPr>
          <p:nvPr>
            <p:ph type="sldNum" sz="quarter" idx="11"/>
          </p:nvPr>
        </p:nvSpPr>
        <p:spPr>
          <a:prstGeom prst="rect">
            <a:avLst/>
          </a:prstGeom>
        </p:spPr>
        <p:txBody>
          <a:bodyPr vert="horz" lIns="91440" tIns="45720" rIns="91440" bIns="45720" rtlCol="0" anchor="ctr"/>
          <a:lstStyle>
            <a:defPPr>
              <a:defRPr lang="en-US"/>
            </a:defPPr>
            <a:lvl1pPr marL="0" algn="l" defTabSz="914400" rtl="0" eaLnBrk="1" latinLnBrk="0" hangingPunct="1">
              <a:defRPr lang="en-US" sz="800" b="0" i="0" kern="1200" smtClean="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fld id="{B1356FBF-028C-F74E-A7B4-9B8ED246DD1B}" type="slidenum">
              <a:rPr lang="en-US" smtClean="0"/>
              <a:pPr marL="0" marR="0" lvl="0" indent="0" algn="l" defTabSz="914367"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
        <p:nvSpPr>
          <p:cNvPr id="6" name="Footer Placeholder 5">
            <a:extLst>
              <a:ext uri="{FF2B5EF4-FFF2-40B4-BE49-F238E27FC236}">
                <a16:creationId xmlns:a16="http://schemas.microsoft.com/office/drawing/2014/main" id="{EFE1E5E2-1E35-339D-C706-146B315F3E95}"/>
              </a:ext>
            </a:extLst>
          </p:cNvPr>
          <p:cNvSpPr>
            <a:spLocks noGrp="1"/>
          </p:cNvSpPr>
          <p:nvPr>
            <p:ph type="ftr" sz="quarter" idx="10"/>
          </p:nvPr>
        </p:nvSpPr>
        <p:spPr>
          <a:prstGeom prst="rect">
            <a:avLst/>
          </a:prstGeom>
        </p:spPr>
        <p:txBody>
          <a:bodyPr vert="horz" lIns="91440" tIns="45720" rIns="91440" bIns="45720" rtlCol="0" anchor="ctr"/>
          <a:lstStyle>
            <a:defPPr>
              <a:defRPr lang="en-US"/>
            </a:defPPr>
            <a:lvl1pPr marL="0" algn="l" defTabSz="914400" rtl="0" eaLnBrk="1" latinLnBrk="0" hangingPunct="1">
              <a:defRPr lang="en-IN" sz="800" b="0" i="0" kern="1200" smtClean="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a:t>Microsoft Fabric</a:t>
            </a:r>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Tree>
    <p:extLst>
      <p:ext uri="{BB962C8B-B14F-4D97-AF65-F5344CB8AC3E}">
        <p14:creationId xmlns:p14="http://schemas.microsoft.com/office/powerpoint/2010/main" val="350256596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E745-CF76-71B0-E02C-B658CDDC948A}"/>
            </a:ext>
          </a:extLst>
        </p:cNvPr>
        <p:cNvGrpSpPr/>
        <p:nvPr/>
      </p:nvGrpSpPr>
      <p:grpSpPr>
        <a:xfrm>
          <a:off x="0" y="0"/>
          <a:ext cx="0" cy="0"/>
          <a:chOff x="0" y="0"/>
          <a:chExt cx="0" cy="0"/>
        </a:xfrm>
      </p:grpSpPr>
      <p:sp>
        <p:nvSpPr>
          <p:cNvPr id="36" name="Rectangle: Top Corners Rounded 125">
            <a:extLst>
              <a:ext uri="{FF2B5EF4-FFF2-40B4-BE49-F238E27FC236}">
                <a16:creationId xmlns:a16="http://schemas.microsoft.com/office/drawing/2014/main" id="{8039FB25-4F61-0612-6AC0-8A914D53624A}"/>
              </a:ext>
              <a:ext uri="{C183D7F6-B498-43B3-948B-1728B52AA6E4}">
                <adec:decorative xmlns:adec="http://schemas.microsoft.com/office/drawing/2017/decorative" val="1"/>
              </a:ext>
            </a:extLst>
          </p:cNvPr>
          <p:cNvSpPr/>
          <p:nvPr/>
        </p:nvSpPr>
        <p:spPr bwMode="auto">
          <a:xfrm>
            <a:off x="169558" y="1644213"/>
            <a:ext cx="11852884" cy="4657304"/>
          </a:xfrm>
          <a:prstGeom prst="roundRect">
            <a:avLst>
              <a:gd name="adj" fmla="val 3290"/>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28" name="Rounded Rectangle 30">
            <a:extLst>
              <a:ext uri="{FF2B5EF4-FFF2-40B4-BE49-F238E27FC236}">
                <a16:creationId xmlns:a16="http://schemas.microsoft.com/office/drawing/2014/main" id="{974E48E0-E343-C509-A903-D0FE4459B1AC}"/>
              </a:ext>
              <a:ext uri="{C183D7F6-B498-43B3-948B-1728B52AA6E4}">
                <adec:decorative xmlns:adec="http://schemas.microsoft.com/office/drawing/2017/decorative" val="1"/>
              </a:ext>
            </a:extLst>
          </p:cNvPr>
          <p:cNvSpPr/>
          <p:nvPr/>
        </p:nvSpPr>
        <p:spPr bwMode="auto">
          <a:xfrm>
            <a:off x="319000" y="5340257"/>
            <a:ext cx="11554000" cy="794260"/>
          </a:xfrm>
          <a:prstGeom prst="roundRect">
            <a:avLst>
              <a:gd name="adj" fmla="val 8427"/>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27" name="Rounded Rectangle 30">
            <a:extLst>
              <a:ext uri="{FF2B5EF4-FFF2-40B4-BE49-F238E27FC236}">
                <a16:creationId xmlns:a16="http://schemas.microsoft.com/office/drawing/2014/main" id="{F3B8F69D-F94A-2CCE-680F-3A4ADCBD1916}"/>
              </a:ext>
              <a:ext uri="{C183D7F6-B498-43B3-948B-1728B52AA6E4}">
                <adec:decorative xmlns:adec="http://schemas.microsoft.com/office/drawing/2017/decorative" val="1"/>
              </a:ext>
            </a:extLst>
          </p:cNvPr>
          <p:cNvSpPr/>
          <p:nvPr/>
        </p:nvSpPr>
        <p:spPr bwMode="auto">
          <a:xfrm>
            <a:off x="319000" y="4391302"/>
            <a:ext cx="11554000" cy="794260"/>
          </a:xfrm>
          <a:prstGeom prst="roundRect">
            <a:avLst>
              <a:gd name="adj" fmla="val 8427"/>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26" name="Rounded Rectangle 30">
            <a:extLst>
              <a:ext uri="{FF2B5EF4-FFF2-40B4-BE49-F238E27FC236}">
                <a16:creationId xmlns:a16="http://schemas.microsoft.com/office/drawing/2014/main" id="{64AEDAEF-CA77-8EFC-173C-8246D879E496}"/>
              </a:ext>
              <a:ext uri="{C183D7F6-B498-43B3-948B-1728B52AA6E4}">
                <adec:decorative xmlns:adec="http://schemas.microsoft.com/office/drawing/2017/decorative" val="1"/>
              </a:ext>
            </a:extLst>
          </p:cNvPr>
          <p:cNvSpPr/>
          <p:nvPr/>
        </p:nvSpPr>
        <p:spPr bwMode="auto">
          <a:xfrm>
            <a:off x="319000" y="3467423"/>
            <a:ext cx="11554000" cy="794260"/>
          </a:xfrm>
          <a:prstGeom prst="roundRect">
            <a:avLst>
              <a:gd name="adj" fmla="val 8427"/>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108" name="Text Placeholder 3">
            <a:extLst>
              <a:ext uri="{FF2B5EF4-FFF2-40B4-BE49-F238E27FC236}">
                <a16:creationId xmlns:a16="http://schemas.microsoft.com/office/drawing/2014/main" id="{8206C8CA-CE7E-CA93-B3E3-D2C6C53825EA}"/>
              </a:ext>
            </a:extLst>
          </p:cNvPr>
          <p:cNvSpPr txBox="1">
            <a:spLocks noGrp="1"/>
          </p:cNvSpPr>
          <p:nvPr>
            <p:ph type="title" idx="4294967295"/>
          </p:nvPr>
        </p:nvSpPr>
        <p:spPr>
          <a:xfrm>
            <a:off x="4333948" y="541398"/>
            <a:ext cx="3524106" cy="498598"/>
          </a:xfrm>
          <a:prstGeom prst="rect">
            <a:avLst/>
          </a:prstGeom>
          <a:noFill/>
          <a:ln>
            <a:noFill/>
            <a:prstDash/>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0" i="0" u="none" strike="noStrike" kern="1200" cap="none" spc="0" normalizeH="0" baseline="0" noProof="0">
                <a:ln>
                  <a:noFill/>
                </a:ln>
                <a:solidFill>
                  <a:srgbClr val="225B61"/>
                </a:solidFill>
                <a:effectLst/>
                <a:uLnTx/>
                <a:uFillTx/>
                <a:latin typeface="Segoe Sans Display"/>
                <a:ea typeface="+mj-ea"/>
                <a:cs typeface="Segoe Sans Display Semibold" pitchFamily="2" charset="0"/>
              </a:rPr>
              <a:t>Microsoft Fabric  </a:t>
            </a:r>
          </a:p>
        </p:txBody>
      </p:sp>
      <p:sp>
        <p:nvSpPr>
          <p:cNvPr id="77" name="Rounded Rectangle 18">
            <a:extLst>
              <a:ext uri="{FF2B5EF4-FFF2-40B4-BE49-F238E27FC236}">
                <a16:creationId xmlns:a16="http://schemas.microsoft.com/office/drawing/2014/main" id="{3FB8F3A7-1F5D-89F9-D722-F11F9B05607B}"/>
              </a:ext>
              <a:ext uri="{C183D7F6-B498-43B3-948B-1728B52AA6E4}">
                <adec:decorative xmlns:adec="http://schemas.microsoft.com/office/drawing/2017/decorative" val="1"/>
              </a:ext>
            </a:extLst>
          </p:cNvPr>
          <p:cNvSpPr/>
          <p:nvPr/>
        </p:nvSpPr>
        <p:spPr bwMode="auto">
          <a:xfrm>
            <a:off x="5378197" y="1811212"/>
            <a:ext cx="1435608" cy="1448849"/>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pic>
        <p:nvPicPr>
          <p:cNvPr id="168" name="Picture 167">
            <a:extLst>
              <a:ext uri="{FF2B5EF4-FFF2-40B4-BE49-F238E27FC236}">
                <a16:creationId xmlns:a16="http://schemas.microsoft.com/office/drawing/2014/main" id="{5C9B6E38-667A-CBE7-451E-E6F157A3CFE3}"/>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p:blipFill>
        <p:spPr>
          <a:xfrm>
            <a:off x="5876461" y="2021335"/>
            <a:ext cx="439081" cy="419191"/>
          </a:xfrm>
          <a:prstGeom prst="rect">
            <a:avLst/>
          </a:prstGeom>
        </p:spPr>
      </p:pic>
      <p:sp>
        <p:nvSpPr>
          <p:cNvPr id="79" name="Text Placeholder 2">
            <a:extLst>
              <a:ext uri="{FF2B5EF4-FFF2-40B4-BE49-F238E27FC236}">
                <a16:creationId xmlns:a16="http://schemas.microsoft.com/office/drawing/2014/main" id="{B2658B69-CCFB-7EF9-ADDD-24D140D4D9FD}"/>
              </a:ext>
            </a:extLst>
          </p:cNvPr>
          <p:cNvSpPr txBox="1">
            <a:spLocks/>
          </p:cNvSpPr>
          <p:nvPr/>
        </p:nvSpPr>
        <p:spPr>
          <a:xfrm>
            <a:off x="5709902" y="2744776"/>
            <a:ext cx="772199" cy="215444"/>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Analytics</a:t>
            </a:r>
          </a:p>
        </p:txBody>
      </p:sp>
      <p:sp>
        <p:nvSpPr>
          <p:cNvPr id="59" name="Rounded Rectangle 6">
            <a:extLst>
              <a:ext uri="{FF2B5EF4-FFF2-40B4-BE49-F238E27FC236}">
                <a16:creationId xmlns:a16="http://schemas.microsoft.com/office/drawing/2014/main" id="{B54B711A-4A1D-0EE8-CE6F-EE7F75017C27}"/>
              </a:ext>
              <a:ext uri="{C183D7F6-B498-43B3-948B-1728B52AA6E4}">
                <adec:decorative xmlns:adec="http://schemas.microsoft.com/office/drawing/2017/decorative" val="1"/>
              </a:ext>
            </a:extLst>
          </p:cNvPr>
          <p:cNvSpPr/>
          <p:nvPr/>
        </p:nvSpPr>
        <p:spPr bwMode="auto">
          <a:xfrm>
            <a:off x="319000" y="1811212"/>
            <a:ext cx="1435608" cy="1448849"/>
          </a:xfrm>
          <a:prstGeom prst="roundRect">
            <a:avLst>
              <a:gd name="adj" fmla="val 5399"/>
            </a:avLst>
          </a:prstGeom>
          <a:solidFill>
            <a:srgbClr val="FDFDFD">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61" name="Text Placeholder 2">
            <a:extLst>
              <a:ext uri="{FF2B5EF4-FFF2-40B4-BE49-F238E27FC236}">
                <a16:creationId xmlns:a16="http://schemas.microsoft.com/office/drawing/2014/main" id="{609A3DA7-DFB3-F54F-86C7-A06C97396CC7}"/>
              </a:ext>
            </a:extLst>
          </p:cNvPr>
          <p:cNvSpPr txBox="1">
            <a:spLocks/>
          </p:cNvSpPr>
          <p:nvPr/>
        </p:nvSpPr>
        <p:spPr>
          <a:xfrm>
            <a:off x="526347" y="2618577"/>
            <a:ext cx="1020914" cy="467843"/>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Data Factory</a:t>
            </a:r>
          </a:p>
        </p:txBody>
      </p:sp>
      <p:pic>
        <p:nvPicPr>
          <p:cNvPr id="297" name="Picture 296">
            <a:extLst>
              <a:ext uri="{FF2B5EF4-FFF2-40B4-BE49-F238E27FC236}">
                <a16:creationId xmlns:a16="http://schemas.microsoft.com/office/drawing/2014/main" id="{B4878D36-8725-BEF0-8E7B-9DCB9FA722FA}"/>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p:blipFill>
        <p:spPr>
          <a:xfrm>
            <a:off x="821605" y="2025478"/>
            <a:ext cx="430399" cy="410904"/>
          </a:xfrm>
          <a:prstGeom prst="rect">
            <a:avLst/>
          </a:prstGeom>
        </p:spPr>
      </p:pic>
      <p:sp>
        <p:nvSpPr>
          <p:cNvPr id="104" name="Text Placeholder 2">
            <a:extLst>
              <a:ext uri="{FF2B5EF4-FFF2-40B4-BE49-F238E27FC236}">
                <a16:creationId xmlns:a16="http://schemas.microsoft.com/office/drawing/2014/main" id="{AC241710-2798-ED5A-64FA-C6671F1B5206}"/>
              </a:ext>
            </a:extLst>
          </p:cNvPr>
          <p:cNvSpPr txBox="1">
            <a:spLocks/>
          </p:cNvSpPr>
          <p:nvPr/>
        </p:nvSpPr>
        <p:spPr>
          <a:xfrm>
            <a:off x="4951501" y="3706187"/>
            <a:ext cx="2279600" cy="31673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Copilot in Fabric</a:t>
            </a:r>
          </a:p>
        </p:txBody>
      </p:sp>
      <p:pic>
        <p:nvPicPr>
          <p:cNvPr id="13" name="Picture 12">
            <a:extLst>
              <a:ext uri="{FF2B5EF4-FFF2-40B4-BE49-F238E27FC236}">
                <a16:creationId xmlns:a16="http://schemas.microsoft.com/office/drawing/2014/main" id="{F1AD1FC1-B8E8-83C0-E294-2EFEA3CC0EEE}"/>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325766" y="3607828"/>
            <a:ext cx="544250" cy="543655"/>
          </a:xfrm>
          <a:prstGeom prst="rect">
            <a:avLst/>
          </a:prstGeom>
        </p:spPr>
      </p:pic>
      <p:pic>
        <p:nvPicPr>
          <p:cNvPr id="20" name="Picture 19">
            <a:extLst>
              <a:ext uri="{FF2B5EF4-FFF2-40B4-BE49-F238E27FC236}">
                <a16:creationId xmlns:a16="http://schemas.microsoft.com/office/drawing/2014/main" id="{92C06CBC-45B8-D68E-4EAF-454DB2BA65CC}"/>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val="0"/>
              </a:ext>
            </a:extLst>
          </a:blip>
          <a:srcRect/>
          <a:stretch/>
        </p:blipFill>
        <p:spPr>
          <a:xfrm>
            <a:off x="4375159" y="4561412"/>
            <a:ext cx="453154" cy="454042"/>
          </a:xfrm>
          <a:prstGeom prst="rect">
            <a:avLst/>
          </a:prstGeom>
        </p:spPr>
      </p:pic>
      <p:sp>
        <p:nvSpPr>
          <p:cNvPr id="21" name="Text Placeholder 2">
            <a:extLst>
              <a:ext uri="{FF2B5EF4-FFF2-40B4-BE49-F238E27FC236}">
                <a16:creationId xmlns:a16="http://schemas.microsoft.com/office/drawing/2014/main" id="{10B3F4B6-E1AE-E004-E5E1-8F247EB4F29F}"/>
              </a:ext>
            </a:extLst>
          </p:cNvPr>
          <p:cNvSpPr txBox="1">
            <a:spLocks/>
          </p:cNvSpPr>
          <p:nvPr/>
        </p:nvSpPr>
        <p:spPr>
          <a:xfrm>
            <a:off x="4951501" y="4630066"/>
            <a:ext cx="2176529" cy="31673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OneLake</a:t>
            </a:r>
          </a:p>
        </p:txBody>
      </p:sp>
      <p:sp>
        <p:nvSpPr>
          <p:cNvPr id="23" name="Text Placeholder 2">
            <a:extLst>
              <a:ext uri="{FF2B5EF4-FFF2-40B4-BE49-F238E27FC236}">
                <a16:creationId xmlns:a16="http://schemas.microsoft.com/office/drawing/2014/main" id="{09F8F513-61B8-60D3-BAF6-D8B035A11DB0}"/>
              </a:ext>
            </a:extLst>
          </p:cNvPr>
          <p:cNvSpPr txBox="1">
            <a:spLocks/>
          </p:cNvSpPr>
          <p:nvPr/>
        </p:nvSpPr>
        <p:spPr>
          <a:xfrm>
            <a:off x="4951501" y="5579020"/>
            <a:ext cx="2542726" cy="31673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Microsoft Purview</a:t>
            </a:r>
          </a:p>
        </p:txBody>
      </p:sp>
      <p:pic>
        <p:nvPicPr>
          <p:cNvPr id="11" name="Picture 10">
            <a:extLst>
              <a:ext uri="{FF2B5EF4-FFF2-40B4-BE49-F238E27FC236}">
                <a16:creationId xmlns:a16="http://schemas.microsoft.com/office/drawing/2014/main" id="{AC377FBB-3CF2-EA81-8750-8753E2F914F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4325766" y="5426806"/>
            <a:ext cx="529704" cy="529703"/>
          </a:xfrm>
          <a:prstGeom prst="rect">
            <a:avLst/>
          </a:prstGeom>
        </p:spPr>
      </p:pic>
      <p:sp>
        <p:nvSpPr>
          <p:cNvPr id="6" name="Rounded Rectangle 22">
            <a:extLst>
              <a:ext uri="{FF2B5EF4-FFF2-40B4-BE49-F238E27FC236}">
                <a16:creationId xmlns:a16="http://schemas.microsoft.com/office/drawing/2014/main" id="{736C12D8-8BFE-71EB-BAC9-012304A42F51}"/>
              </a:ext>
              <a:ext uri="{C183D7F6-B498-43B3-948B-1728B52AA6E4}">
                <adec:decorative xmlns:adec="http://schemas.microsoft.com/office/drawing/2017/decorative" val="1"/>
              </a:ext>
            </a:extLst>
          </p:cNvPr>
          <p:cNvSpPr/>
          <p:nvPr/>
        </p:nvSpPr>
        <p:spPr bwMode="auto">
          <a:xfrm>
            <a:off x="3691798" y="1811212"/>
            <a:ext cx="1435608" cy="1448849"/>
          </a:xfrm>
          <a:prstGeom prst="roundRect">
            <a:avLst>
              <a:gd name="adj" fmla="val 5399"/>
            </a:avLst>
          </a:prstGeom>
          <a:solidFill>
            <a:srgbClr val="FFFFFF">
              <a:alpha val="94098"/>
            </a:srgbClr>
          </a:solidFill>
          <a:ln w="28575">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16" name="Text Placeholder 2">
            <a:extLst>
              <a:ext uri="{FF2B5EF4-FFF2-40B4-BE49-F238E27FC236}">
                <a16:creationId xmlns:a16="http://schemas.microsoft.com/office/drawing/2014/main" id="{678CF0AD-D07B-D3F1-6286-87074E0555AE}"/>
              </a:ext>
            </a:extLst>
          </p:cNvPr>
          <p:cNvSpPr txBox="1">
            <a:spLocks/>
          </p:cNvSpPr>
          <p:nvPr/>
        </p:nvSpPr>
        <p:spPr>
          <a:xfrm>
            <a:off x="3860999" y="2744776"/>
            <a:ext cx="1097206" cy="215444"/>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Databases</a:t>
            </a:r>
          </a:p>
        </p:txBody>
      </p:sp>
      <p:pic>
        <p:nvPicPr>
          <p:cNvPr id="31" name="Picture 30">
            <a:extLst>
              <a:ext uri="{FF2B5EF4-FFF2-40B4-BE49-F238E27FC236}">
                <a16:creationId xmlns:a16="http://schemas.microsoft.com/office/drawing/2014/main" id="{0D204011-377B-2C6D-EF4F-6360498B66C4}"/>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4196672" y="2018000"/>
            <a:ext cx="425860" cy="425860"/>
          </a:xfrm>
          <a:prstGeom prst="rect">
            <a:avLst/>
          </a:prstGeom>
        </p:spPr>
      </p:pic>
      <p:sp>
        <p:nvSpPr>
          <p:cNvPr id="7" name="Rounded Rectangle 22">
            <a:extLst>
              <a:ext uri="{FF2B5EF4-FFF2-40B4-BE49-F238E27FC236}">
                <a16:creationId xmlns:a16="http://schemas.microsoft.com/office/drawing/2014/main" id="{A9FE7580-5C07-CC1C-C6E0-F06FFD4FFC8B}"/>
              </a:ext>
              <a:ext uri="{C183D7F6-B498-43B3-948B-1728B52AA6E4}">
                <adec:decorative xmlns:adec="http://schemas.microsoft.com/office/drawing/2017/decorative" val="1"/>
              </a:ext>
            </a:extLst>
          </p:cNvPr>
          <p:cNvSpPr/>
          <p:nvPr/>
        </p:nvSpPr>
        <p:spPr bwMode="auto">
          <a:xfrm>
            <a:off x="7064595" y="1811212"/>
            <a:ext cx="1435608" cy="1448849"/>
          </a:xfrm>
          <a:prstGeom prst="roundRect">
            <a:avLst>
              <a:gd name="adj" fmla="val 5399"/>
            </a:avLst>
          </a:prstGeom>
          <a:solidFill>
            <a:srgbClr val="FFFFFF">
              <a:alpha val="94098"/>
            </a:srgbClr>
          </a:solidFill>
          <a:ln w="28575">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18" name="Text Placeholder 2">
            <a:extLst>
              <a:ext uri="{FF2B5EF4-FFF2-40B4-BE49-F238E27FC236}">
                <a16:creationId xmlns:a16="http://schemas.microsoft.com/office/drawing/2014/main" id="{B049414A-EDAA-1E02-4279-D4C22931E0A6}"/>
              </a:ext>
            </a:extLst>
          </p:cNvPr>
          <p:cNvSpPr txBox="1">
            <a:spLocks/>
          </p:cNvSpPr>
          <p:nvPr/>
        </p:nvSpPr>
        <p:spPr>
          <a:xfrm>
            <a:off x="7233796" y="2637055"/>
            <a:ext cx="109720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Industry Solutions</a:t>
            </a:r>
          </a:p>
        </p:txBody>
      </p:sp>
      <p:pic>
        <p:nvPicPr>
          <p:cNvPr id="35" name="Picture 34">
            <a:extLst>
              <a:ext uri="{FF2B5EF4-FFF2-40B4-BE49-F238E27FC236}">
                <a16:creationId xmlns:a16="http://schemas.microsoft.com/office/drawing/2014/main" id="{80CCDA01-9662-B85F-D45F-A354F17CF9DA}"/>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7515246" y="1953096"/>
            <a:ext cx="534307" cy="532930"/>
          </a:xfrm>
          <a:prstGeom prst="rect">
            <a:avLst/>
          </a:prstGeom>
        </p:spPr>
      </p:pic>
      <p:sp>
        <p:nvSpPr>
          <p:cNvPr id="2" name="Rounded Rectangle 22">
            <a:extLst>
              <a:ext uri="{FF2B5EF4-FFF2-40B4-BE49-F238E27FC236}">
                <a16:creationId xmlns:a16="http://schemas.microsoft.com/office/drawing/2014/main" id="{9EF1C46F-74E1-9333-53DB-007CDE2FA7BC}"/>
              </a:ext>
              <a:ext uri="{C183D7F6-B498-43B3-948B-1728B52AA6E4}">
                <adec:decorative xmlns:adec="http://schemas.microsoft.com/office/drawing/2017/decorative" val="1"/>
              </a:ext>
            </a:extLst>
          </p:cNvPr>
          <p:cNvSpPr/>
          <p:nvPr/>
        </p:nvSpPr>
        <p:spPr bwMode="auto">
          <a:xfrm>
            <a:off x="2005399" y="1811212"/>
            <a:ext cx="1435608" cy="1448849"/>
          </a:xfrm>
          <a:prstGeom prst="roundRect">
            <a:avLst>
              <a:gd name="adj" fmla="val 5399"/>
            </a:avLst>
          </a:prstGeom>
          <a:solidFill>
            <a:srgbClr val="FFFFFF">
              <a:alpha val="94098"/>
            </a:srgbClr>
          </a:solidFill>
          <a:ln w="28575">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pic>
        <p:nvPicPr>
          <p:cNvPr id="3" name="Picture 2">
            <a:extLst>
              <a:ext uri="{FF2B5EF4-FFF2-40B4-BE49-F238E27FC236}">
                <a16:creationId xmlns:a16="http://schemas.microsoft.com/office/drawing/2014/main" id="{00C78A34-0206-CEE5-F2F8-FADCBAE86FCD}"/>
              </a:ext>
              <a:ext uri="{C183D7F6-B498-43B3-948B-1728B52AA6E4}">
                <adec:decorative xmlns:adec="http://schemas.microsoft.com/office/drawing/2017/decorative" val="1"/>
              </a:ext>
            </a:extLst>
          </p:cNvPr>
          <p:cNvPicPr>
            <a:picLocks noChangeAspect="1"/>
          </p:cNvPicPr>
          <p:nvPr/>
        </p:nvPicPr>
        <p:blipFill>
          <a:blip r:embed="rId10" cstate="screen">
            <a:extLst>
              <a:ext uri="{28A0092B-C50C-407E-A947-70E740481C1C}">
                <a14:useLocalDpi xmlns:a14="http://schemas.microsoft.com/office/drawing/2010/main" val="0"/>
              </a:ext>
            </a:extLst>
          </a:blip>
          <a:srcRect/>
          <a:stretch/>
        </p:blipFill>
        <p:spPr>
          <a:xfrm>
            <a:off x="2516079" y="2023611"/>
            <a:ext cx="414249" cy="414638"/>
          </a:xfrm>
          <a:prstGeom prst="rect">
            <a:avLst/>
          </a:prstGeom>
        </p:spPr>
      </p:pic>
      <p:sp>
        <p:nvSpPr>
          <p:cNvPr id="4" name="Text Placeholder 2">
            <a:extLst>
              <a:ext uri="{FF2B5EF4-FFF2-40B4-BE49-F238E27FC236}">
                <a16:creationId xmlns:a16="http://schemas.microsoft.com/office/drawing/2014/main" id="{003DA099-EDEB-062B-61C2-7A401A189781}"/>
              </a:ext>
            </a:extLst>
          </p:cNvPr>
          <p:cNvSpPr txBox="1">
            <a:spLocks/>
          </p:cNvSpPr>
          <p:nvPr/>
        </p:nvSpPr>
        <p:spPr>
          <a:xfrm>
            <a:off x="2174600" y="2618577"/>
            <a:ext cx="1097206" cy="467843"/>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Real-Time Intelligence</a:t>
            </a:r>
          </a:p>
        </p:txBody>
      </p:sp>
      <p:sp>
        <p:nvSpPr>
          <p:cNvPr id="8" name="Rounded Rectangle 26">
            <a:extLst>
              <a:ext uri="{FF2B5EF4-FFF2-40B4-BE49-F238E27FC236}">
                <a16:creationId xmlns:a16="http://schemas.microsoft.com/office/drawing/2014/main" id="{D6D53204-3C6B-EBFA-3FDF-415F2063FA2B}"/>
              </a:ext>
              <a:ext uri="{C183D7F6-B498-43B3-948B-1728B52AA6E4}">
                <adec:decorative xmlns:adec="http://schemas.microsoft.com/office/drawing/2017/decorative" val="1"/>
              </a:ext>
            </a:extLst>
          </p:cNvPr>
          <p:cNvSpPr/>
          <p:nvPr/>
        </p:nvSpPr>
        <p:spPr bwMode="auto">
          <a:xfrm>
            <a:off x="8750993" y="1811212"/>
            <a:ext cx="1435608" cy="1448849"/>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pic>
        <p:nvPicPr>
          <p:cNvPr id="9" name="Graphic 8">
            <a:extLst>
              <a:ext uri="{FF2B5EF4-FFF2-40B4-BE49-F238E27FC236}">
                <a16:creationId xmlns:a16="http://schemas.microsoft.com/office/drawing/2014/main" id="{CA46AD42-9A5C-C70E-F02E-E4A137BA7CCA}"/>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93400" y="1934014"/>
            <a:ext cx="550795" cy="524822"/>
          </a:xfrm>
          <a:prstGeom prst="rect">
            <a:avLst/>
          </a:prstGeom>
        </p:spPr>
      </p:pic>
      <p:sp>
        <p:nvSpPr>
          <p:cNvPr id="10" name="Text Placeholder 2">
            <a:extLst>
              <a:ext uri="{FF2B5EF4-FFF2-40B4-BE49-F238E27FC236}">
                <a16:creationId xmlns:a16="http://schemas.microsoft.com/office/drawing/2014/main" id="{83DEBF28-C8AF-D57C-C009-DA5363B6E130}"/>
              </a:ext>
            </a:extLst>
          </p:cNvPr>
          <p:cNvSpPr txBox="1">
            <a:spLocks/>
          </p:cNvSpPr>
          <p:nvPr/>
        </p:nvSpPr>
        <p:spPr>
          <a:xfrm>
            <a:off x="8920844" y="2735537"/>
            <a:ext cx="1095906" cy="233922"/>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Power BI</a:t>
            </a:r>
          </a:p>
        </p:txBody>
      </p:sp>
      <p:sp>
        <p:nvSpPr>
          <p:cNvPr id="85" name="Rounded Rectangle 26">
            <a:extLst>
              <a:ext uri="{FF2B5EF4-FFF2-40B4-BE49-F238E27FC236}">
                <a16:creationId xmlns:a16="http://schemas.microsoft.com/office/drawing/2014/main" id="{E0856A74-F528-C9BC-7D5C-D022EA3CBFDF}"/>
              </a:ext>
              <a:ext uri="{C183D7F6-B498-43B3-948B-1728B52AA6E4}">
                <adec:decorative xmlns:adec="http://schemas.microsoft.com/office/drawing/2017/decorative" val="1"/>
              </a:ext>
            </a:extLst>
          </p:cNvPr>
          <p:cNvSpPr/>
          <p:nvPr/>
        </p:nvSpPr>
        <p:spPr bwMode="auto">
          <a:xfrm>
            <a:off x="10437392" y="1811212"/>
            <a:ext cx="1435608" cy="1448849"/>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sp>
        <p:nvSpPr>
          <p:cNvPr id="87" name="Text Placeholder 2">
            <a:extLst>
              <a:ext uri="{FF2B5EF4-FFF2-40B4-BE49-F238E27FC236}">
                <a16:creationId xmlns:a16="http://schemas.microsoft.com/office/drawing/2014/main" id="{217BB7A1-5505-D54A-B1BD-5C9CE1D2E168}"/>
              </a:ext>
            </a:extLst>
          </p:cNvPr>
          <p:cNvSpPr txBox="1">
            <a:spLocks/>
          </p:cNvSpPr>
          <p:nvPr/>
        </p:nvSpPr>
        <p:spPr>
          <a:xfrm>
            <a:off x="10607243" y="2735537"/>
            <a:ext cx="109590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Partner solutions</a:t>
            </a:r>
          </a:p>
        </p:txBody>
      </p:sp>
      <p:pic>
        <p:nvPicPr>
          <p:cNvPr id="12" name="Graphic 11" descr="iconography featuring an overlapping square, triangle and plus sign">
            <a:extLst>
              <a:ext uri="{FF2B5EF4-FFF2-40B4-BE49-F238E27FC236}">
                <a16:creationId xmlns:a16="http://schemas.microsoft.com/office/drawing/2014/main" id="{C090422F-F9D5-62C2-2D17-0D2525E5392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898077" y="1962441"/>
            <a:ext cx="514239" cy="514239"/>
          </a:xfrm>
          <a:prstGeom prst="rect">
            <a:avLst/>
          </a:prstGeom>
        </p:spPr>
      </p:pic>
      <p:pic>
        <p:nvPicPr>
          <p:cNvPr id="5" name="Picture 105">
            <a:extLst>
              <a:ext uri="{FF2B5EF4-FFF2-40B4-BE49-F238E27FC236}">
                <a16:creationId xmlns:a16="http://schemas.microsoft.com/office/drawing/2014/main" id="{23DB82E9-C9F6-879C-78D7-453EE2BB1163}"/>
              </a:ext>
              <a:ext uri="{C183D7F6-B498-43B3-948B-1728B52AA6E4}">
                <adec:decorative xmlns:adec="http://schemas.microsoft.com/office/drawing/2017/decorative" val="1"/>
              </a:ext>
            </a:extLst>
          </p:cNvPr>
          <p:cNvPicPr>
            <a:picLocks noChangeAspect="1"/>
          </p:cNvPicPr>
          <p:nvPr/>
        </p:nvPicPr>
        <p:blipFill>
          <a:blip r:embed="rId15" cstate="screen">
            <a:extLst>
              <a:ext uri="{28A0092B-C50C-407E-A947-70E740481C1C}">
                <a14:useLocalDpi xmlns:a14="http://schemas.microsoft.com/office/drawing/2010/main" val="0"/>
              </a:ext>
            </a:extLst>
          </a:blip>
          <a:stretch>
            <a:fillRect/>
          </a:stretch>
        </p:blipFill>
        <p:spPr>
          <a:xfrm>
            <a:off x="3389106" y="363401"/>
            <a:ext cx="854597" cy="854593"/>
          </a:xfrm>
          <a:prstGeom prst="rect">
            <a:avLst/>
          </a:prstGeom>
          <a:effectLst/>
        </p:spPr>
      </p:pic>
    </p:spTree>
    <p:extLst>
      <p:ext uri="{BB962C8B-B14F-4D97-AF65-F5344CB8AC3E}">
        <p14:creationId xmlns:p14="http://schemas.microsoft.com/office/powerpoint/2010/main" val="2469875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8896-E08D-F82B-7F70-FFC8C16CC7E8}"/>
            </a:ext>
          </a:extLst>
        </p:cNvPr>
        <p:cNvGrpSpPr/>
        <p:nvPr/>
      </p:nvGrpSpPr>
      <p:grpSpPr>
        <a:xfrm>
          <a:off x="0" y="0"/>
          <a:ext cx="0" cy="0"/>
          <a:chOff x="0" y="0"/>
          <a:chExt cx="0" cy="0"/>
        </a:xfrm>
      </p:grpSpPr>
      <p:sp>
        <p:nvSpPr>
          <p:cNvPr id="101" name="Title 100">
            <a:extLst>
              <a:ext uri="{FF2B5EF4-FFF2-40B4-BE49-F238E27FC236}">
                <a16:creationId xmlns:a16="http://schemas.microsoft.com/office/drawing/2014/main" id="{A983B6A3-DB30-EBD5-16DA-EA8987A8C34D}"/>
              </a:ext>
            </a:extLst>
          </p:cNvPr>
          <p:cNvSpPr>
            <a:spLocks noGrp="1"/>
          </p:cNvSpPr>
          <p:nvPr>
            <p:ph type="title"/>
          </p:nvPr>
        </p:nvSpPr>
        <p:spPr>
          <a:xfrm>
            <a:off x="331729" y="148817"/>
            <a:ext cx="11029949" cy="549275"/>
          </a:xfrm>
        </p:spPr>
        <p:txBody>
          <a:bodyPr/>
          <a:lstStyle/>
          <a:p>
            <a:r>
              <a:rPr lang="en-US" noProof="0"/>
              <a:t>Fabric workloads for end-to-end analytics</a:t>
            </a:r>
            <a:endParaRPr lang="en-US"/>
          </a:p>
        </p:txBody>
      </p:sp>
      <p:sp>
        <p:nvSpPr>
          <p:cNvPr id="73" name="Rectangle: Rounded Corners 72">
            <a:extLst>
              <a:ext uri="{FF2B5EF4-FFF2-40B4-BE49-F238E27FC236}">
                <a16:creationId xmlns:a16="http://schemas.microsoft.com/office/drawing/2014/main" id="{D0AC4926-BEE7-7E5D-9C15-D299F086901F}"/>
              </a:ext>
              <a:ext uri="{C183D7F6-B498-43B3-948B-1728B52AA6E4}">
                <adec:decorative xmlns:adec="http://schemas.microsoft.com/office/drawing/2017/decorative" val="1"/>
              </a:ext>
            </a:extLst>
          </p:cNvPr>
          <p:cNvSpPr/>
          <p:nvPr/>
        </p:nvSpPr>
        <p:spPr>
          <a:xfrm>
            <a:off x="400050" y="867910"/>
            <a:ext cx="11430000" cy="5650331"/>
          </a:xfrm>
          <a:prstGeom prst="roundRect">
            <a:avLst>
              <a:gd name="adj" fmla="val 3233"/>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pPr>
            <a:endParaRPr lang="en-IN" sz="1200">
              <a:gradFill>
                <a:gsLst>
                  <a:gs pos="2874">
                    <a:srgbClr val="FFFFFF"/>
                  </a:gs>
                  <a:gs pos="17978">
                    <a:srgbClr val="FFFFFF"/>
                  </a:gs>
                </a:gsLst>
                <a:lin ang="2700000" scaled="0"/>
              </a:gradFill>
              <a:latin typeface="Segoe UI"/>
            </a:endParaRPr>
          </a:p>
        </p:txBody>
      </p:sp>
      <p:sp>
        <p:nvSpPr>
          <p:cNvPr id="74" name="Rectangle: Rounded Corners 73">
            <a:extLst>
              <a:ext uri="{FF2B5EF4-FFF2-40B4-BE49-F238E27FC236}">
                <a16:creationId xmlns:a16="http://schemas.microsoft.com/office/drawing/2014/main" id="{5E37E262-0148-9141-1B32-C62C4CA7F686}"/>
              </a:ext>
              <a:ext uri="{C183D7F6-B498-43B3-948B-1728B52AA6E4}">
                <adec:decorative xmlns:adec="http://schemas.microsoft.com/office/drawing/2017/decorative" val="1"/>
              </a:ext>
            </a:extLst>
          </p:cNvPr>
          <p:cNvSpPr/>
          <p:nvPr/>
        </p:nvSpPr>
        <p:spPr>
          <a:xfrm>
            <a:off x="525969" y="1001487"/>
            <a:ext cx="11140062" cy="5381778"/>
          </a:xfrm>
          <a:prstGeom prst="roundRect">
            <a:avLst>
              <a:gd name="adj" fmla="val 2367"/>
            </a:avLst>
          </a:prstGeom>
          <a:solidFill>
            <a:srgbClr val="FFFFFF">
              <a:alpha val="94098"/>
            </a:srgbClr>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spcAft>
                <a:spcPts val="800"/>
              </a:spcAft>
            </a:pPr>
            <a:endParaRPr lang="en-IN" sz="1400">
              <a:solidFill>
                <a:schemeClr val="bg2"/>
              </a:solidFill>
              <a:cs typeface="Segoe UI" pitchFamily="34" charset="0"/>
            </a:endParaRPr>
          </a:p>
        </p:txBody>
      </p:sp>
      <p:sp>
        <p:nvSpPr>
          <p:cNvPr id="75" name="Rectangle: Top Corners Rounded 74">
            <a:extLst>
              <a:ext uri="{FF2B5EF4-FFF2-40B4-BE49-F238E27FC236}">
                <a16:creationId xmlns:a16="http://schemas.microsoft.com/office/drawing/2014/main" id="{1A92366A-4D04-A286-3C15-7DF66B49AB44}"/>
              </a:ext>
              <a:ext uri="{C183D7F6-B498-43B3-948B-1728B52AA6E4}">
                <adec:decorative xmlns:adec="http://schemas.microsoft.com/office/drawing/2017/decorative" val="1"/>
              </a:ext>
            </a:extLst>
          </p:cNvPr>
          <p:cNvSpPr/>
          <p:nvPr/>
        </p:nvSpPr>
        <p:spPr>
          <a:xfrm rot="16200000">
            <a:off x="-1191914" y="2719370"/>
            <a:ext cx="5364357" cy="1928590"/>
          </a:xfrm>
          <a:prstGeom prst="round2SameRect">
            <a:avLst>
              <a:gd name="adj1" fmla="val 6175"/>
              <a:gd name="adj2" fmla="val 0"/>
            </a:avLst>
          </a:prstGeom>
          <a:solidFill>
            <a:srgbClr val="F6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6" name="Graphic 75">
            <a:extLst>
              <a:ext uri="{FF2B5EF4-FFF2-40B4-BE49-F238E27FC236}">
                <a16:creationId xmlns:a16="http://schemas.microsoft.com/office/drawing/2014/main" id="{FAD7FA87-05C6-1EBD-E9A7-6DE42CF6002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6299" y="1191351"/>
            <a:ext cx="312308" cy="312306"/>
          </a:xfrm>
          <a:prstGeom prst="rect">
            <a:avLst/>
          </a:prstGeom>
        </p:spPr>
      </p:pic>
      <p:sp>
        <p:nvSpPr>
          <p:cNvPr id="77" name="Text Placeholder 2">
            <a:extLst>
              <a:ext uri="{FF2B5EF4-FFF2-40B4-BE49-F238E27FC236}">
                <a16:creationId xmlns:a16="http://schemas.microsoft.com/office/drawing/2014/main" id="{B8106AD0-F2BA-6AC3-E28A-B650E829E07A}"/>
              </a:ext>
            </a:extLst>
          </p:cNvPr>
          <p:cNvSpPr txBox="1">
            <a:spLocks/>
          </p:cNvSpPr>
          <p:nvPr/>
        </p:nvSpPr>
        <p:spPr>
          <a:xfrm>
            <a:off x="1381148" y="1162838"/>
            <a:ext cx="660296" cy="369332"/>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i="0" u="none" strike="noStrike" kern="1200" cap="none" spc="0" normalizeH="0" baseline="0" noProof="0">
                <a:ln>
                  <a:noFill/>
                </a:ln>
                <a:effectLst/>
                <a:uLnTx/>
                <a:uFillTx/>
                <a:latin typeface="Segoe Sans Display Semibold" pitchFamily="2" charset="0"/>
                <a:cs typeface="Segoe Sans Display Semibold" pitchFamily="2" charset="0"/>
              </a:rPr>
              <a:t>Data Factory</a:t>
            </a:r>
          </a:p>
        </p:txBody>
      </p:sp>
      <p:sp>
        <p:nvSpPr>
          <p:cNvPr id="78" name="TextBox 77">
            <a:extLst>
              <a:ext uri="{FF2B5EF4-FFF2-40B4-BE49-F238E27FC236}">
                <a16:creationId xmlns:a16="http://schemas.microsoft.com/office/drawing/2014/main" id="{942F2748-3DD1-AE33-1F85-3C13B3CC680F}"/>
              </a:ext>
            </a:extLst>
          </p:cNvPr>
          <p:cNvSpPr txBox="1"/>
          <p:nvPr/>
        </p:nvSpPr>
        <p:spPr>
          <a:xfrm>
            <a:off x="2613620" y="1258962"/>
            <a:ext cx="9371947"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Unify your data estate with a data integration experience and 300+ data transformations to easily solve the most complex ETL scenarios</a:t>
            </a:r>
          </a:p>
        </p:txBody>
      </p:sp>
      <p:pic>
        <p:nvPicPr>
          <p:cNvPr id="79" name="Graphic 78">
            <a:extLst>
              <a:ext uri="{FF2B5EF4-FFF2-40B4-BE49-F238E27FC236}">
                <a16:creationId xmlns:a16="http://schemas.microsoft.com/office/drawing/2014/main" id="{DEB3E5B2-37DB-4576-5444-716EA8E6EE83}"/>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0090" y="2973065"/>
            <a:ext cx="312308" cy="312306"/>
          </a:xfrm>
          <a:prstGeom prst="rect">
            <a:avLst/>
          </a:prstGeom>
        </p:spPr>
      </p:pic>
      <p:sp>
        <p:nvSpPr>
          <p:cNvPr id="80" name="Text Placeholder 2">
            <a:extLst>
              <a:ext uri="{FF2B5EF4-FFF2-40B4-BE49-F238E27FC236}">
                <a16:creationId xmlns:a16="http://schemas.microsoft.com/office/drawing/2014/main" id="{ED2A4526-E111-75DB-FD87-E5509951F740}"/>
              </a:ext>
            </a:extLst>
          </p:cNvPr>
          <p:cNvSpPr txBox="1">
            <a:spLocks/>
          </p:cNvSpPr>
          <p:nvPr/>
        </p:nvSpPr>
        <p:spPr>
          <a:xfrm>
            <a:off x="1381148" y="2944552"/>
            <a:ext cx="8818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 Engineering</a:t>
            </a:r>
          </a:p>
        </p:txBody>
      </p:sp>
      <p:sp>
        <p:nvSpPr>
          <p:cNvPr id="81" name="TextBox 80">
            <a:extLst>
              <a:ext uri="{FF2B5EF4-FFF2-40B4-BE49-F238E27FC236}">
                <a16:creationId xmlns:a16="http://schemas.microsoft.com/office/drawing/2014/main" id="{46F6BAD7-22A3-5533-8297-E768E0AC6C34}"/>
              </a:ext>
            </a:extLst>
          </p:cNvPr>
          <p:cNvSpPr txBox="1"/>
          <p:nvPr/>
        </p:nvSpPr>
        <p:spPr>
          <a:xfrm>
            <a:off x="2623078" y="3048116"/>
            <a:ext cx="9371947"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Enable data engineers to design, build, and maintain infrastructures at scale using </a:t>
            </a:r>
            <a:r>
              <a:rPr lang="en-US" sz="1100">
                <a:solidFill>
                  <a:srgbClr val="000000"/>
                </a:solidFill>
                <a:cs typeface="Segoe UI"/>
              </a:rPr>
              <a:t>world-class</a:t>
            </a:r>
            <a:r>
              <a:rPr kumimoji="0" lang="en-US" sz="1100" b="0" i="0" u="none" strike="noStrike" kern="1200" cap="none" spc="0" normalizeH="0" baseline="0" noProof="0">
                <a:ln>
                  <a:noFill/>
                </a:ln>
                <a:solidFill>
                  <a:srgbClr val="000000"/>
                </a:solidFill>
                <a:effectLst/>
                <a:uLnTx/>
                <a:uFillTx/>
                <a:cs typeface="Segoe UI"/>
              </a:rPr>
              <a:t> Spark platform with great authoring experiences</a:t>
            </a:r>
          </a:p>
        </p:txBody>
      </p:sp>
      <p:pic>
        <p:nvPicPr>
          <p:cNvPr id="82" name="Graphic 81">
            <a:extLst>
              <a:ext uri="{FF2B5EF4-FFF2-40B4-BE49-F238E27FC236}">
                <a16:creationId xmlns:a16="http://schemas.microsoft.com/office/drawing/2014/main" id="{6A618106-43C8-3FCB-47E8-ADE27DD37B8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8698" y="3537189"/>
            <a:ext cx="312308" cy="312306"/>
          </a:xfrm>
          <a:prstGeom prst="rect">
            <a:avLst/>
          </a:prstGeom>
        </p:spPr>
      </p:pic>
      <p:sp>
        <p:nvSpPr>
          <p:cNvPr id="83" name="Text Placeholder 2">
            <a:extLst>
              <a:ext uri="{FF2B5EF4-FFF2-40B4-BE49-F238E27FC236}">
                <a16:creationId xmlns:a16="http://schemas.microsoft.com/office/drawing/2014/main" id="{D81EA558-21CD-501A-A179-02849B8DA0BE}"/>
              </a:ext>
            </a:extLst>
          </p:cNvPr>
          <p:cNvSpPr txBox="1">
            <a:spLocks/>
          </p:cNvSpPr>
          <p:nvPr/>
        </p:nvSpPr>
        <p:spPr>
          <a:xfrm>
            <a:off x="1381148" y="3508676"/>
            <a:ext cx="8534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 Warehouse</a:t>
            </a:r>
          </a:p>
        </p:txBody>
      </p:sp>
      <p:sp>
        <p:nvSpPr>
          <p:cNvPr id="84" name="TextBox 83">
            <a:extLst>
              <a:ext uri="{FF2B5EF4-FFF2-40B4-BE49-F238E27FC236}">
                <a16:creationId xmlns:a16="http://schemas.microsoft.com/office/drawing/2014/main" id="{B6F1B4E4-05B5-D2DC-790F-B1D4E86CE76E}"/>
              </a:ext>
            </a:extLst>
          </p:cNvPr>
          <p:cNvSpPr txBox="1"/>
          <p:nvPr/>
        </p:nvSpPr>
        <p:spPr>
          <a:xfrm>
            <a:off x="2621306" y="3524065"/>
            <a:ext cx="8693373" cy="338554"/>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Provide industry-leading SQL performance and scale, fully separating compute from storage for independently scaling and natively storing data in open Parquet/Delta Lake</a:t>
            </a:r>
          </a:p>
        </p:txBody>
      </p:sp>
      <p:pic>
        <p:nvPicPr>
          <p:cNvPr id="85" name="Graphic 84">
            <a:extLst>
              <a:ext uri="{FF2B5EF4-FFF2-40B4-BE49-F238E27FC236}">
                <a16:creationId xmlns:a16="http://schemas.microsoft.com/office/drawing/2014/main" id="{00DB9997-B4AE-46BE-DB58-A06F6B5B5F8E}"/>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6160" y="4101313"/>
            <a:ext cx="312308" cy="312306"/>
          </a:xfrm>
          <a:prstGeom prst="rect">
            <a:avLst/>
          </a:prstGeom>
        </p:spPr>
      </p:pic>
      <p:sp>
        <p:nvSpPr>
          <p:cNvPr id="86" name="Text Placeholder 2">
            <a:extLst>
              <a:ext uri="{FF2B5EF4-FFF2-40B4-BE49-F238E27FC236}">
                <a16:creationId xmlns:a16="http://schemas.microsoft.com/office/drawing/2014/main" id="{B34D4F60-91C3-01A1-620D-ACAB3F8D07AA}"/>
              </a:ext>
            </a:extLst>
          </p:cNvPr>
          <p:cNvSpPr txBox="1">
            <a:spLocks/>
          </p:cNvSpPr>
          <p:nvPr/>
        </p:nvSpPr>
        <p:spPr>
          <a:xfrm>
            <a:off x="1382489" y="4072800"/>
            <a:ext cx="668816"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 Science</a:t>
            </a:r>
          </a:p>
        </p:txBody>
      </p:sp>
      <p:sp>
        <p:nvSpPr>
          <p:cNvPr id="87" name="TextBox 86">
            <a:extLst>
              <a:ext uri="{FF2B5EF4-FFF2-40B4-BE49-F238E27FC236}">
                <a16:creationId xmlns:a16="http://schemas.microsoft.com/office/drawing/2014/main" id="{D9F91B29-DC0E-F5E7-7E3B-D5FEAADC0313}"/>
              </a:ext>
            </a:extLst>
          </p:cNvPr>
          <p:cNvSpPr txBox="1"/>
          <p:nvPr/>
        </p:nvSpPr>
        <p:spPr>
          <a:xfrm>
            <a:off x="2631167" y="4163179"/>
            <a:ext cx="9371947"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Empower data scientists and analysts to quickly build, deploy, and operationalize sophisticated AI directly within Fabric</a:t>
            </a:r>
          </a:p>
        </p:txBody>
      </p:sp>
      <p:pic>
        <p:nvPicPr>
          <p:cNvPr id="91" name="Graphic 90">
            <a:extLst>
              <a:ext uri="{FF2B5EF4-FFF2-40B4-BE49-F238E27FC236}">
                <a16:creationId xmlns:a16="http://schemas.microsoft.com/office/drawing/2014/main" id="{49162E31-6595-DE4B-A2A9-E09E4AF35492}"/>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2487" y="5233767"/>
            <a:ext cx="312308" cy="312306"/>
          </a:xfrm>
          <a:prstGeom prst="rect">
            <a:avLst/>
          </a:prstGeom>
        </p:spPr>
      </p:pic>
      <p:sp>
        <p:nvSpPr>
          <p:cNvPr id="92" name="Text Placeholder 2">
            <a:extLst>
              <a:ext uri="{FF2B5EF4-FFF2-40B4-BE49-F238E27FC236}">
                <a16:creationId xmlns:a16="http://schemas.microsoft.com/office/drawing/2014/main" id="{90225E68-8F61-2BA7-A17C-C545D245580B}"/>
              </a:ext>
            </a:extLst>
          </p:cNvPr>
          <p:cNvSpPr txBox="1">
            <a:spLocks/>
          </p:cNvSpPr>
          <p:nvPr/>
        </p:nvSpPr>
        <p:spPr>
          <a:xfrm>
            <a:off x="1381148" y="5297587"/>
            <a:ext cx="660296" cy="184666"/>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Power BI</a:t>
            </a:r>
          </a:p>
        </p:txBody>
      </p:sp>
      <p:sp>
        <p:nvSpPr>
          <p:cNvPr id="93" name="TextBox 92">
            <a:extLst>
              <a:ext uri="{FF2B5EF4-FFF2-40B4-BE49-F238E27FC236}">
                <a16:creationId xmlns:a16="http://schemas.microsoft.com/office/drawing/2014/main" id="{3D8DEEBA-46C5-F661-1AEE-94096D0283B2}"/>
              </a:ext>
            </a:extLst>
          </p:cNvPr>
          <p:cNvSpPr txBox="1"/>
          <p:nvPr/>
        </p:nvSpPr>
        <p:spPr>
          <a:xfrm>
            <a:off x="2621306" y="5249156"/>
            <a:ext cx="8534623" cy="338554"/>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Make better, data-driven decisions with the world’s leading business intelligence platform that turns unrelated sources of data into coherent, interactive insights</a:t>
            </a:r>
          </a:p>
        </p:txBody>
      </p:sp>
      <p:sp>
        <p:nvSpPr>
          <p:cNvPr id="3" name="Slide Number Placeholder 2">
            <a:extLst>
              <a:ext uri="{FF2B5EF4-FFF2-40B4-BE49-F238E27FC236}">
                <a16:creationId xmlns:a16="http://schemas.microsoft.com/office/drawing/2014/main" id="{823D0F8A-7D67-64E9-0762-3DD9A2991A28}"/>
              </a:ext>
            </a:extLst>
          </p:cNvPr>
          <p:cNvSpPr>
            <a:spLocks noGrp="1"/>
          </p:cNvSpPr>
          <p:nvPr>
            <p:ph type="sldNum" sz="quarter" idx="11"/>
          </p:nvPr>
        </p:nvSpPr>
        <p:spPr>
          <a:xfrm>
            <a:off x="612571" y="6535662"/>
            <a:ext cx="399288" cy="365125"/>
          </a:xfrm>
        </p:spPr>
        <p:txBody>
          <a:bodyPr/>
          <a:lstStyle/>
          <a:p>
            <a:fld id="{B1356FBF-028C-F74E-A7B4-9B8ED246DD1B}" type="slidenum">
              <a:rPr lang="en-US" smtClean="0"/>
              <a:pPr/>
              <a:t>4</a:t>
            </a:fld>
            <a:endParaRPr lang="en-US"/>
          </a:p>
        </p:txBody>
      </p:sp>
      <p:sp>
        <p:nvSpPr>
          <p:cNvPr id="2" name="Footer Placeholder 1">
            <a:extLst>
              <a:ext uri="{FF2B5EF4-FFF2-40B4-BE49-F238E27FC236}">
                <a16:creationId xmlns:a16="http://schemas.microsoft.com/office/drawing/2014/main" id="{BC0155DC-14FD-8AEF-45AC-B56E20C630FC}"/>
              </a:ext>
            </a:extLst>
          </p:cNvPr>
          <p:cNvSpPr>
            <a:spLocks noGrp="1"/>
          </p:cNvSpPr>
          <p:nvPr>
            <p:ph type="ftr" sz="quarter" idx="10"/>
          </p:nvPr>
        </p:nvSpPr>
        <p:spPr>
          <a:xfrm>
            <a:off x="1011859" y="6535662"/>
            <a:ext cx="2078736" cy="365125"/>
          </a:xfrm>
        </p:spPr>
        <p:txBody>
          <a:bodyPr/>
          <a:lstStyle/>
          <a:p>
            <a:r>
              <a:rPr lang="en-US"/>
              <a:t>Microsoft Fabric</a:t>
            </a:r>
          </a:p>
        </p:txBody>
      </p:sp>
      <p:sp>
        <p:nvSpPr>
          <p:cNvPr id="90" name="TextBox 89">
            <a:extLst>
              <a:ext uri="{FF2B5EF4-FFF2-40B4-BE49-F238E27FC236}">
                <a16:creationId xmlns:a16="http://schemas.microsoft.com/office/drawing/2014/main" id="{C4AAADDD-2488-1217-3130-9683054B1FAB}"/>
              </a:ext>
            </a:extLst>
          </p:cNvPr>
          <p:cNvSpPr txBox="1"/>
          <p:nvPr/>
        </p:nvSpPr>
        <p:spPr>
          <a:xfrm>
            <a:off x="2613919" y="1872885"/>
            <a:ext cx="9021625"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Ingest streaming data with high granularity, dynamically transform streaming data, query data in real-time for instant insights, and trigger actions </a:t>
            </a:r>
          </a:p>
        </p:txBody>
      </p:sp>
      <p:sp>
        <p:nvSpPr>
          <p:cNvPr id="89" name="Text Placeholder 2">
            <a:extLst>
              <a:ext uri="{FF2B5EF4-FFF2-40B4-BE49-F238E27FC236}">
                <a16:creationId xmlns:a16="http://schemas.microsoft.com/office/drawing/2014/main" id="{52020A50-A044-86F9-3390-45073A06C628}"/>
              </a:ext>
            </a:extLst>
          </p:cNvPr>
          <p:cNvSpPr txBox="1">
            <a:spLocks/>
          </p:cNvSpPr>
          <p:nvPr/>
        </p:nvSpPr>
        <p:spPr>
          <a:xfrm>
            <a:off x="1375996" y="1769321"/>
            <a:ext cx="8534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Real-Time Intelligence</a:t>
            </a:r>
          </a:p>
        </p:txBody>
      </p:sp>
      <p:pic>
        <p:nvPicPr>
          <p:cNvPr id="4" name="Picture 3">
            <a:extLst>
              <a:ext uri="{FF2B5EF4-FFF2-40B4-BE49-F238E27FC236}">
                <a16:creationId xmlns:a16="http://schemas.microsoft.com/office/drawing/2014/main" id="{A74CFBAF-58BE-373B-0C35-9439929CB784}"/>
              </a:ext>
              <a:ext uri="{C183D7F6-B498-43B3-948B-1728B52AA6E4}">
                <adec:decorative xmlns:adec="http://schemas.microsoft.com/office/drawing/2017/decorative" val="1"/>
              </a:ext>
            </a:extLst>
          </p:cNvPr>
          <p:cNvPicPr>
            <a:picLocks noChangeAspect="1"/>
          </p:cNvPicPr>
          <p:nvPr/>
        </p:nvPicPr>
        <p:blipFill>
          <a:blip r:embed="rId13" cstate="screen">
            <a:extLst>
              <a:ext uri="{28A0092B-C50C-407E-A947-70E740481C1C}">
                <a14:useLocalDpi xmlns:a14="http://schemas.microsoft.com/office/drawing/2010/main" val="0"/>
              </a:ext>
            </a:extLst>
          </a:blip>
          <a:srcRect/>
          <a:stretch/>
        </p:blipFill>
        <p:spPr>
          <a:xfrm>
            <a:off x="836160" y="1820649"/>
            <a:ext cx="277812" cy="278073"/>
          </a:xfrm>
          <a:prstGeom prst="rect">
            <a:avLst/>
          </a:prstGeom>
        </p:spPr>
      </p:pic>
      <p:sp>
        <p:nvSpPr>
          <p:cNvPr id="7" name="TextBox 6">
            <a:extLst>
              <a:ext uri="{FF2B5EF4-FFF2-40B4-BE49-F238E27FC236}">
                <a16:creationId xmlns:a16="http://schemas.microsoft.com/office/drawing/2014/main" id="{183ECBBF-B498-5C91-43FD-7D275CA3EECC}"/>
              </a:ext>
            </a:extLst>
          </p:cNvPr>
          <p:cNvSpPr txBox="1"/>
          <p:nvPr/>
        </p:nvSpPr>
        <p:spPr>
          <a:xfrm>
            <a:off x="2568661" y="2362238"/>
            <a:ext cx="8543221" cy="338554"/>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Streamline AI application development with simple, intuitive, and autonomous databases that provision in seconds, and unlock innovative, new scenarios for AI transformation</a:t>
            </a:r>
          </a:p>
        </p:txBody>
      </p:sp>
      <p:sp>
        <p:nvSpPr>
          <p:cNvPr id="6" name="Text Placeholder 2">
            <a:extLst>
              <a:ext uri="{FF2B5EF4-FFF2-40B4-BE49-F238E27FC236}">
                <a16:creationId xmlns:a16="http://schemas.microsoft.com/office/drawing/2014/main" id="{955700AB-FDAC-2DBA-D275-16AA75A5AE5F}"/>
              </a:ext>
            </a:extLst>
          </p:cNvPr>
          <p:cNvSpPr txBox="1">
            <a:spLocks/>
          </p:cNvSpPr>
          <p:nvPr/>
        </p:nvSpPr>
        <p:spPr>
          <a:xfrm>
            <a:off x="1334892" y="2443869"/>
            <a:ext cx="853414" cy="184666"/>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Databases</a:t>
            </a:r>
          </a:p>
        </p:txBody>
      </p:sp>
      <p:pic>
        <p:nvPicPr>
          <p:cNvPr id="12" name="Picture 11" descr="Purple Databases Icon">
            <a:extLst>
              <a:ext uri="{FF2B5EF4-FFF2-40B4-BE49-F238E27FC236}">
                <a16:creationId xmlns:a16="http://schemas.microsoft.com/office/drawing/2014/main" id="{3FFF367D-453A-2DD7-6B6E-ABA98FA7D5ED}"/>
              </a:ext>
            </a:extLst>
          </p:cNvPr>
          <p:cNvPicPr>
            <a:picLocks noChangeAspect="1"/>
          </p:cNvPicPr>
          <p:nvPr/>
        </p:nvPicPr>
        <p:blipFill>
          <a:blip r:embed="rId14" cstate="screen">
            <a:extLst>
              <a:ext uri="{28A0092B-C50C-407E-A947-70E740481C1C}">
                <a14:useLocalDpi xmlns:a14="http://schemas.microsoft.com/office/drawing/2010/main" val="0"/>
              </a:ext>
            </a:extLst>
          </a:blip>
          <a:stretch>
            <a:fillRect/>
          </a:stretch>
        </p:blipFill>
        <p:spPr>
          <a:xfrm>
            <a:off x="792113" y="2417127"/>
            <a:ext cx="278073" cy="278073"/>
          </a:xfrm>
          <a:prstGeom prst="rect">
            <a:avLst/>
          </a:prstGeom>
        </p:spPr>
      </p:pic>
      <p:sp>
        <p:nvSpPr>
          <p:cNvPr id="9" name="Text Placeholder 2">
            <a:extLst>
              <a:ext uri="{FF2B5EF4-FFF2-40B4-BE49-F238E27FC236}">
                <a16:creationId xmlns:a16="http://schemas.microsoft.com/office/drawing/2014/main" id="{38639C82-D9F7-D118-1C03-283D346D530A}"/>
              </a:ext>
            </a:extLst>
          </p:cNvPr>
          <p:cNvSpPr txBox="1">
            <a:spLocks/>
          </p:cNvSpPr>
          <p:nvPr/>
        </p:nvSpPr>
        <p:spPr>
          <a:xfrm>
            <a:off x="1378939" y="5852550"/>
            <a:ext cx="1154695"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Partner Solutions</a:t>
            </a:r>
          </a:p>
        </p:txBody>
      </p:sp>
      <p:pic>
        <p:nvPicPr>
          <p:cNvPr id="13" name="Graphic 12" descr="Overlapping square, triangle and plus sign icon for Partner Solutions">
            <a:extLst>
              <a:ext uri="{FF2B5EF4-FFF2-40B4-BE49-F238E27FC236}">
                <a16:creationId xmlns:a16="http://schemas.microsoft.com/office/drawing/2014/main" id="{2E5EF1CA-32E8-1B24-7793-3DCE280DDFC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07105" y="5854218"/>
            <a:ext cx="365995" cy="365995"/>
          </a:xfrm>
          <a:prstGeom prst="rect">
            <a:avLst/>
          </a:prstGeom>
        </p:spPr>
      </p:pic>
      <p:cxnSp>
        <p:nvCxnSpPr>
          <p:cNvPr id="35" name="Straight Connector 34">
            <a:extLst>
              <a:ext uri="{FF2B5EF4-FFF2-40B4-BE49-F238E27FC236}">
                <a16:creationId xmlns:a16="http://schemas.microsoft.com/office/drawing/2014/main" id="{E8D625E0-DFE5-41CE-BDE2-5C67A52CD3EA}"/>
              </a:ext>
              <a:ext uri="{C183D7F6-B498-43B3-948B-1728B52AA6E4}">
                <adec:decorative xmlns:adec="http://schemas.microsoft.com/office/drawing/2017/decorative" val="1"/>
              </a:ext>
            </a:extLst>
          </p:cNvPr>
          <p:cNvCxnSpPr>
            <a:cxnSpLocks/>
          </p:cNvCxnSpPr>
          <p:nvPr/>
        </p:nvCxnSpPr>
        <p:spPr>
          <a:xfrm>
            <a:off x="525969" y="1687192"/>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123E926-C780-AD8E-0D0D-7EE651777A2B}"/>
              </a:ext>
              <a:ext uri="{C183D7F6-B498-43B3-948B-1728B52AA6E4}">
                <adec:decorative xmlns:adec="http://schemas.microsoft.com/office/drawing/2017/decorative" val="1"/>
              </a:ext>
            </a:extLst>
          </p:cNvPr>
          <p:cNvCxnSpPr>
            <a:cxnSpLocks/>
          </p:cNvCxnSpPr>
          <p:nvPr/>
        </p:nvCxnSpPr>
        <p:spPr>
          <a:xfrm>
            <a:off x="525969" y="2251316"/>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E083F00-F9ED-E2F0-70C6-BF49BAA22EB8}"/>
              </a:ext>
              <a:ext uri="{C183D7F6-B498-43B3-948B-1728B52AA6E4}">
                <adec:decorative xmlns:adec="http://schemas.microsoft.com/office/drawing/2017/decorative" val="1"/>
              </a:ext>
            </a:extLst>
          </p:cNvPr>
          <p:cNvCxnSpPr>
            <a:cxnSpLocks/>
          </p:cNvCxnSpPr>
          <p:nvPr/>
        </p:nvCxnSpPr>
        <p:spPr>
          <a:xfrm>
            <a:off x="525969" y="2815440"/>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EEF4841-E9AE-A618-5983-B41C50DCFE1C}"/>
              </a:ext>
              <a:ext uri="{C183D7F6-B498-43B3-948B-1728B52AA6E4}">
                <adec:decorative xmlns:adec="http://schemas.microsoft.com/office/drawing/2017/decorative" val="1"/>
              </a:ext>
            </a:extLst>
          </p:cNvPr>
          <p:cNvCxnSpPr>
            <a:cxnSpLocks/>
          </p:cNvCxnSpPr>
          <p:nvPr/>
        </p:nvCxnSpPr>
        <p:spPr>
          <a:xfrm flipV="1">
            <a:off x="525969" y="3379564"/>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451729-2A2A-9441-8A62-EA3DE4418494}"/>
              </a:ext>
              <a:ext uri="{C183D7F6-B498-43B3-948B-1728B52AA6E4}">
                <adec:decorative xmlns:adec="http://schemas.microsoft.com/office/drawing/2017/decorative" val="1"/>
              </a:ext>
            </a:extLst>
          </p:cNvPr>
          <p:cNvCxnSpPr>
            <a:cxnSpLocks/>
          </p:cNvCxnSpPr>
          <p:nvPr/>
        </p:nvCxnSpPr>
        <p:spPr>
          <a:xfrm>
            <a:off x="525969" y="3943688"/>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0D90BB2-9C3A-5737-EE69-ADFDF80B839E}"/>
              </a:ext>
              <a:ext uri="{C183D7F6-B498-43B3-948B-1728B52AA6E4}">
                <adec:decorative xmlns:adec="http://schemas.microsoft.com/office/drawing/2017/decorative" val="1"/>
              </a:ext>
            </a:extLst>
          </p:cNvPr>
          <p:cNvCxnSpPr>
            <a:cxnSpLocks/>
          </p:cNvCxnSpPr>
          <p:nvPr/>
        </p:nvCxnSpPr>
        <p:spPr>
          <a:xfrm>
            <a:off x="525969" y="4492423"/>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5F532D3-2C99-9D2F-8643-5F722ABB366F}"/>
              </a:ext>
              <a:ext uri="{C183D7F6-B498-43B3-948B-1728B52AA6E4}">
                <adec:decorative xmlns:adec="http://schemas.microsoft.com/office/drawing/2017/decorative" val="1"/>
              </a:ext>
            </a:extLst>
          </p:cNvPr>
          <p:cNvCxnSpPr>
            <a:cxnSpLocks/>
          </p:cNvCxnSpPr>
          <p:nvPr/>
        </p:nvCxnSpPr>
        <p:spPr>
          <a:xfrm>
            <a:off x="525969" y="5738885"/>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A97C037-3C78-7509-A36A-EBF2042E6E18}"/>
              </a:ext>
              <a:ext uri="{C183D7F6-B498-43B3-948B-1728B52AA6E4}">
                <adec:decorative xmlns:adec="http://schemas.microsoft.com/office/drawing/2017/decorative" val="1"/>
              </a:ext>
            </a:extLst>
          </p:cNvPr>
          <p:cNvCxnSpPr>
            <a:cxnSpLocks/>
          </p:cNvCxnSpPr>
          <p:nvPr/>
        </p:nvCxnSpPr>
        <p:spPr>
          <a:xfrm>
            <a:off x="525969" y="5100189"/>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5B84DA-D373-550F-6DBB-FFD64C81D464}"/>
              </a:ext>
            </a:extLst>
          </p:cNvPr>
          <p:cNvSpPr txBox="1"/>
          <p:nvPr/>
        </p:nvSpPr>
        <p:spPr>
          <a:xfrm>
            <a:off x="2627221" y="4725950"/>
            <a:ext cx="8543221" cy="169277"/>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Accelerate the transformation of your data into business value with Industry Solutions in Microsoft Fabric</a:t>
            </a:r>
          </a:p>
        </p:txBody>
      </p:sp>
      <p:pic>
        <p:nvPicPr>
          <p:cNvPr id="149" name="Picture 148">
            <a:extLst>
              <a:ext uri="{FF2B5EF4-FFF2-40B4-BE49-F238E27FC236}">
                <a16:creationId xmlns:a16="http://schemas.microsoft.com/office/drawing/2014/main" id="{ACAA3DA4-4BF5-B322-5A41-0663608016E4}"/>
              </a:ext>
              <a:ext uri="{C183D7F6-B498-43B3-948B-1728B52AA6E4}">
                <adec:decorative xmlns:adec="http://schemas.microsoft.com/office/drawing/2017/decorative" val="1"/>
              </a:ext>
            </a:extLst>
          </p:cNvPr>
          <p:cNvPicPr>
            <a:picLocks noChangeAspect="1"/>
          </p:cNvPicPr>
          <p:nvPr/>
        </p:nvPicPr>
        <p:blipFill>
          <a:blip r:embed="rId17" cstate="screen">
            <a:extLst>
              <a:ext uri="{28A0092B-C50C-407E-A947-70E740481C1C}">
                <a14:useLocalDpi xmlns:a14="http://schemas.microsoft.com/office/drawing/2010/main" val="0"/>
              </a:ext>
            </a:extLst>
          </a:blip>
          <a:stretch>
            <a:fillRect/>
          </a:stretch>
        </p:blipFill>
        <p:spPr>
          <a:xfrm>
            <a:off x="826299" y="4647699"/>
            <a:ext cx="275029" cy="274320"/>
          </a:xfrm>
          <a:prstGeom prst="rect">
            <a:avLst/>
          </a:prstGeom>
        </p:spPr>
      </p:pic>
      <p:sp>
        <p:nvSpPr>
          <p:cNvPr id="52" name="Text Placeholder 2">
            <a:extLst>
              <a:ext uri="{FF2B5EF4-FFF2-40B4-BE49-F238E27FC236}">
                <a16:creationId xmlns:a16="http://schemas.microsoft.com/office/drawing/2014/main" id="{15F451C7-0BFF-F843-A51E-4466A2236D00}"/>
              </a:ext>
            </a:extLst>
          </p:cNvPr>
          <p:cNvSpPr txBox="1">
            <a:spLocks/>
          </p:cNvSpPr>
          <p:nvPr/>
        </p:nvSpPr>
        <p:spPr>
          <a:xfrm>
            <a:off x="1395348" y="4631803"/>
            <a:ext cx="8534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Industry Solutions</a:t>
            </a:r>
          </a:p>
        </p:txBody>
      </p:sp>
      <p:sp>
        <p:nvSpPr>
          <p:cNvPr id="23" name="TextBox 22">
            <a:extLst>
              <a:ext uri="{FF2B5EF4-FFF2-40B4-BE49-F238E27FC236}">
                <a16:creationId xmlns:a16="http://schemas.microsoft.com/office/drawing/2014/main" id="{9D32F8CD-091C-AC35-77ED-5D6249BC97FD}"/>
              </a:ext>
            </a:extLst>
          </p:cNvPr>
          <p:cNvSpPr txBox="1"/>
          <p:nvPr/>
        </p:nvSpPr>
        <p:spPr>
          <a:xfrm>
            <a:off x="2611445" y="5966297"/>
            <a:ext cx="8534623" cy="169277"/>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lang="en-US" sz="1100">
                <a:solidFill>
                  <a:srgbClr val="000000"/>
                </a:solidFill>
                <a:cs typeface="Segoe UI"/>
              </a:rPr>
              <a:t>Leverage Microsoft’s extensive partner ecosystem to drive business growth and profitability</a:t>
            </a:r>
            <a:endParaRPr kumimoji="0" lang="en-US" sz="1100" b="0" i="0" u="none" strike="noStrike" kern="1200" cap="none" spc="0" normalizeH="0" baseline="0" noProof="0">
              <a:ln>
                <a:noFill/>
              </a:ln>
              <a:solidFill>
                <a:srgbClr val="000000"/>
              </a:solidFill>
              <a:effectLst/>
              <a:uLnTx/>
              <a:uFillTx/>
              <a:cs typeface="Segoe UI"/>
            </a:endParaRPr>
          </a:p>
        </p:txBody>
      </p:sp>
    </p:spTree>
    <p:extLst>
      <p:ext uri="{BB962C8B-B14F-4D97-AF65-F5344CB8AC3E}">
        <p14:creationId xmlns:p14="http://schemas.microsoft.com/office/powerpoint/2010/main" val="372317008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itle 64">
            <a:extLst>
              <a:ext uri="{FF2B5EF4-FFF2-40B4-BE49-F238E27FC236}">
                <a16:creationId xmlns:a16="http://schemas.microsoft.com/office/drawing/2014/main" id="{0D8A6705-A26C-D4DD-7794-830DB67F8FE6}"/>
              </a:ext>
            </a:extLst>
          </p:cNvPr>
          <p:cNvSpPr>
            <a:spLocks noGrp="1"/>
          </p:cNvSpPr>
          <p:nvPr>
            <p:ph type="title"/>
          </p:nvPr>
        </p:nvSpPr>
        <p:spPr>
          <a:xfrm>
            <a:off x="581025" y="365125"/>
            <a:ext cx="11029949" cy="549275"/>
          </a:xfrm>
        </p:spPr>
        <p:txBody>
          <a:bodyPr/>
          <a:lstStyle/>
          <a:p>
            <a:r>
              <a:rPr lang="en-US" noProof="0"/>
              <a:t>Data </a:t>
            </a:r>
            <a:r>
              <a:rPr lang="en-US"/>
              <a:t>Factory</a:t>
            </a:r>
            <a:r>
              <a:rPr lang="en-US" noProof="0"/>
              <a:t> workload</a:t>
            </a:r>
            <a:endParaRPr lang="en-US"/>
          </a:p>
        </p:txBody>
      </p:sp>
      <p:sp>
        <p:nvSpPr>
          <p:cNvPr id="56" name="Text Placeholder 2">
            <a:extLst>
              <a:ext uri="{FF2B5EF4-FFF2-40B4-BE49-F238E27FC236}">
                <a16:creationId xmlns:a16="http://schemas.microsoft.com/office/drawing/2014/main" id="{54C576A0-30FA-8F89-6BFD-2924217FEB39}"/>
              </a:ext>
            </a:extLst>
          </p:cNvPr>
          <p:cNvSpPr txBox="1">
            <a:spLocks/>
          </p:cNvSpPr>
          <p:nvPr/>
        </p:nvSpPr>
        <p:spPr>
          <a:xfrm>
            <a:off x="584199" y="1042980"/>
            <a:ext cx="11022583" cy="553998"/>
          </a:xfrm>
          <a:prstGeom prst="rect">
            <a:avLst/>
          </a:prstGeom>
        </p:spPr>
        <p:txBody>
          <a:bodyPr lIns="0" tIns="0" rIns="0" bIns="0">
            <a:spAutoFit/>
          </a:bodyPr>
          <a:lstStyle>
            <a:defPPr>
              <a:defRPr lang="en-US"/>
            </a:defPPr>
            <a:lvl1pPr marR="0" lvl="0" indent="0" defTabSz="932742" fontAlgn="auto">
              <a:lnSpc>
                <a:spcPct val="100000"/>
              </a:lnSpc>
              <a:spcBef>
                <a:spcPts val="0"/>
              </a:spcBef>
              <a:spcAft>
                <a:spcPts val="0"/>
              </a:spcAft>
              <a:buClrTx/>
              <a:buSzPct val="90000"/>
              <a:buFont typeface="Wingdings" panose="05000000000000000000" pitchFamily="2" charset="2"/>
              <a:buNone/>
              <a:tabLst/>
              <a:defRPr spc="0" baseline="0">
                <a:solidFill>
                  <a:schemeClr val="bg1"/>
                </a:solidFill>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Sans Text Semilight"/>
                <a:ea typeface="+mn-ea"/>
                <a:cs typeface="+mn-cs"/>
              </a:rPr>
              <a:t>Dataflows and data pipelines bring together low-code, AI-based experiences, multi-cloud connectivity, and persistent data security and governance to help solve complex ETL scenarios for all developers</a:t>
            </a:r>
          </a:p>
        </p:txBody>
      </p:sp>
      <p:grpSp>
        <p:nvGrpSpPr>
          <p:cNvPr id="7" name="Group 6">
            <a:extLst>
              <a:ext uri="{FF2B5EF4-FFF2-40B4-BE49-F238E27FC236}">
                <a16:creationId xmlns:a16="http://schemas.microsoft.com/office/drawing/2014/main" id="{CAE5D79F-125D-B71B-BC9E-6ED05DDCD310}"/>
              </a:ext>
              <a:ext uri="{C183D7F6-B498-43B3-948B-1728B52AA6E4}">
                <adec:decorative xmlns:adec="http://schemas.microsoft.com/office/drawing/2017/decorative" val="1"/>
              </a:ext>
            </a:extLst>
          </p:cNvPr>
          <p:cNvGrpSpPr/>
          <p:nvPr/>
        </p:nvGrpSpPr>
        <p:grpSpPr>
          <a:xfrm>
            <a:off x="656673" y="2526758"/>
            <a:ext cx="718913" cy="927145"/>
            <a:chOff x="656673" y="2526758"/>
            <a:chExt cx="718913" cy="927145"/>
          </a:xfrm>
        </p:grpSpPr>
        <p:sp>
          <p:nvSpPr>
            <p:cNvPr id="1046" name="Rounded Rectangle 6" descr="Highlighting">
              <a:extLst>
                <a:ext uri="{FF2B5EF4-FFF2-40B4-BE49-F238E27FC236}">
                  <a16:creationId xmlns:a16="http://schemas.microsoft.com/office/drawing/2014/main" id="{8EAF26C8-3128-B2E0-A699-D0736F63B146}"/>
                </a:ext>
                <a:ext uri="{C183D7F6-B498-43B3-948B-1728B52AA6E4}">
                  <adec:decorative xmlns:adec="http://schemas.microsoft.com/office/drawing/2017/decorative" val="0"/>
                </a:ext>
              </a:extLst>
            </p:cNvPr>
            <p:cNvSpPr/>
            <p:nvPr/>
          </p:nvSpPr>
          <p:spPr bwMode="auto">
            <a:xfrm>
              <a:off x="656673" y="2526758"/>
              <a:ext cx="718913" cy="927145"/>
            </a:xfrm>
            <a:prstGeom prst="roundRect">
              <a:avLst>
                <a:gd name="adj" fmla="val 5399"/>
              </a:avLst>
            </a:prstGeom>
            <a:solidFill>
              <a:srgbClr val="FFFFFF">
                <a:alpha val="94098"/>
              </a:srgbClr>
            </a:solidFill>
            <a:ln w="19050" cap="flat" cmpd="sng" algn="ctr">
              <a:gradFill flip="none" rotWithShape="1">
                <a:gsLst>
                  <a:gs pos="0">
                    <a:schemeClr val="accent3"/>
                  </a:gs>
                  <a:gs pos="100000">
                    <a:schemeClr val="bg2"/>
                  </a:gs>
                </a:gsLst>
                <a:lin ang="13500000" scaled="1"/>
                <a:tileRect/>
              </a:grad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225B61"/>
                </a:solidFill>
                <a:effectLst/>
                <a:uLnTx/>
                <a:uFillTx/>
                <a:latin typeface="Segoe Sans Text"/>
                <a:ea typeface="+mn-ea"/>
                <a:cs typeface="Segoe UI" panose="020B0502040204020203" pitchFamily="34" charset="0"/>
              </a:endParaRPr>
            </a:p>
          </p:txBody>
        </p:sp>
        <p:grpSp>
          <p:nvGrpSpPr>
            <p:cNvPr id="10" name="Group 9" descr="The Data Factory Icon is highlighted representing that the details of this workload are discussed on this slide">
              <a:extLst>
                <a:ext uri="{FF2B5EF4-FFF2-40B4-BE49-F238E27FC236}">
                  <a16:creationId xmlns:a16="http://schemas.microsoft.com/office/drawing/2014/main" id="{C90BFC7A-77CC-C8AE-95FC-41C94E004806}"/>
                </a:ext>
              </a:extLst>
            </p:cNvPr>
            <p:cNvGrpSpPr/>
            <p:nvPr/>
          </p:nvGrpSpPr>
          <p:grpSpPr>
            <a:xfrm>
              <a:off x="682289" y="2660970"/>
              <a:ext cx="653302" cy="645298"/>
              <a:chOff x="828849" y="1668401"/>
              <a:chExt cx="653302" cy="645298"/>
            </a:xfrm>
          </p:grpSpPr>
          <p:pic>
            <p:nvPicPr>
              <p:cNvPr id="1053" name="Picture 1052">
                <a:extLst>
                  <a:ext uri="{FF2B5EF4-FFF2-40B4-BE49-F238E27FC236}">
                    <a16:creationId xmlns:a16="http://schemas.microsoft.com/office/drawing/2014/main" id="{AC05FB42-461B-99FE-7CE9-5F0C8515A071}"/>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p:blipFill>
            <p:spPr>
              <a:xfrm>
                <a:off x="1017790" y="1668401"/>
                <a:ext cx="275421" cy="262945"/>
              </a:xfrm>
              <a:prstGeom prst="rect">
                <a:avLst/>
              </a:prstGeom>
            </p:spPr>
          </p:pic>
          <p:sp>
            <p:nvSpPr>
              <p:cNvPr id="1054" name="Text Placeholder 2" descr="The Data Factory Icon is highlighted representing that the details of this workload are discussed on this slide">
                <a:extLst>
                  <a:ext uri="{FF2B5EF4-FFF2-40B4-BE49-F238E27FC236}">
                    <a16:creationId xmlns:a16="http://schemas.microsoft.com/office/drawing/2014/main" id="{8B69B52B-C9E4-1FF2-01D6-8925A1C1DE8B}"/>
                  </a:ext>
                </a:extLst>
              </p:cNvPr>
              <p:cNvSpPr txBox="1">
                <a:spLocks/>
              </p:cNvSpPr>
              <p:nvPr/>
            </p:nvSpPr>
            <p:spPr>
              <a:xfrm>
                <a:off x="828849" y="2036700"/>
                <a:ext cx="653302"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Factory</a:t>
                </a:r>
              </a:p>
            </p:txBody>
          </p:sp>
        </p:grpSp>
      </p:grpSp>
      <p:sp>
        <p:nvSpPr>
          <p:cNvPr id="1048" name="Rounded Rectangle 14">
            <a:extLst>
              <a:ext uri="{FF2B5EF4-FFF2-40B4-BE49-F238E27FC236}">
                <a16:creationId xmlns:a16="http://schemas.microsoft.com/office/drawing/2014/main" id="{11A4FEEB-FFB6-1062-2E2E-C1B0AC5F7801}"/>
              </a:ext>
              <a:ext uri="{C183D7F6-B498-43B3-948B-1728B52AA6E4}">
                <adec:decorative xmlns:adec="http://schemas.microsoft.com/office/drawing/2017/decorative" val="1"/>
              </a:ext>
            </a:extLst>
          </p:cNvPr>
          <p:cNvSpPr/>
          <p:nvPr/>
        </p:nvSpPr>
        <p:spPr bwMode="auto">
          <a:xfrm>
            <a:off x="3253537" y="2537996"/>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pic>
        <p:nvPicPr>
          <p:cNvPr id="1055" name="Picture 1054">
            <a:extLst>
              <a:ext uri="{FF2B5EF4-FFF2-40B4-BE49-F238E27FC236}">
                <a16:creationId xmlns:a16="http://schemas.microsoft.com/office/drawing/2014/main" id="{FF982F1B-BA3B-301A-06E3-981D9B4E8E7E}"/>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p:blipFill>
        <p:spPr>
          <a:xfrm>
            <a:off x="3469900" y="2669856"/>
            <a:ext cx="287940" cy="274897"/>
          </a:xfrm>
          <a:prstGeom prst="rect">
            <a:avLst/>
          </a:prstGeom>
        </p:spPr>
      </p:pic>
      <p:sp>
        <p:nvSpPr>
          <p:cNvPr id="1056" name="Text Placeholder 2">
            <a:extLst>
              <a:ext uri="{FF2B5EF4-FFF2-40B4-BE49-F238E27FC236}">
                <a16:creationId xmlns:a16="http://schemas.microsoft.com/office/drawing/2014/main" id="{91C1BD12-DA44-CD58-CAEF-DA438BB43E89}"/>
              </a:ext>
            </a:extLst>
          </p:cNvPr>
          <p:cNvSpPr txBox="1">
            <a:spLocks/>
          </p:cNvSpPr>
          <p:nvPr/>
        </p:nvSpPr>
        <p:spPr>
          <a:xfrm>
            <a:off x="3271831" y="3044131"/>
            <a:ext cx="684078"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Engineering</a:t>
            </a:r>
          </a:p>
        </p:txBody>
      </p:sp>
      <p:sp>
        <p:nvSpPr>
          <p:cNvPr id="1049" name="Rounded Rectangle 18">
            <a:extLst>
              <a:ext uri="{FF2B5EF4-FFF2-40B4-BE49-F238E27FC236}">
                <a16:creationId xmlns:a16="http://schemas.microsoft.com/office/drawing/2014/main" id="{63EAAD8A-9B08-2CED-B529-52CCB6B6CB4B}"/>
              </a:ext>
              <a:ext uri="{C183D7F6-B498-43B3-948B-1728B52AA6E4}">
                <adec:decorative xmlns:adec="http://schemas.microsoft.com/office/drawing/2017/decorative" val="1"/>
              </a:ext>
            </a:extLst>
          </p:cNvPr>
          <p:cNvSpPr/>
          <p:nvPr/>
        </p:nvSpPr>
        <p:spPr bwMode="auto">
          <a:xfrm>
            <a:off x="4095016" y="2537996"/>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pic>
        <p:nvPicPr>
          <p:cNvPr id="1057" name="Picture 1056">
            <a:extLst>
              <a:ext uri="{FF2B5EF4-FFF2-40B4-BE49-F238E27FC236}">
                <a16:creationId xmlns:a16="http://schemas.microsoft.com/office/drawing/2014/main" id="{385AB343-FFA1-33DB-568B-820CCB3BBBE4}"/>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p:blipFill>
        <p:spPr>
          <a:xfrm>
            <a:off x="4322063" y="2681185"/>
            <a:ext cx="265923" cy="253878"/>
          </a:xfrm>
          <a:prstGeom prst="rect">
            <a:avLst/>
          </a:prstGeom>
        </p:spPr>
      </p:pic>
      <p:sp>
        <p:nvSpPr>
          <p:cNvPr id="1058" name="Text Placeholder 2">
            <a:extLst>
              <a:ext uri="{FF2B5EF4-FFF2-40B4-BE49-F238E27FC236}">
                <a16:creationId xmlns:a16="http://schemas.microsoft.com/office/drawing/2014/main" id="{76AE9071-CDA5-C530-D7D7-452F5FA11940}"/>
              </a:ext>
            </a:extLst>
          </p:cNvPr>
          <p:cNvSpPr txBox="1">
            <a:spLocks/>
          </p:cNvSpPr>
          <p:nvPr/>
        </p:nvSpPr>
        <p:spPr>
          <a:xfrm>
            <a:off x="4117453" y="3044951"/>
            <a:ext cx="675144"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Warehouse</a:t>
            </a:r>
          </a:p>
        </p:txBody>
      </p:sp>
      <p:sp>
        <p:nvSpPr>
          <p:cNvPr id="1050" name="Rounded Rectangle 22">
            <a:extLst>
              <a:ext uri="{FF2B5EF4-FFF2-40B4-BE49-F238E27FC236}">
                <a16:creationId xmlns:a16="http://schemas.microsoft.com/office/drawing/2014/main" id="{0562FED7-DDFE-4D4C-848D-80880E03540D}"/>
              </a:ext>
              <a:ext uri="{C183D7F6-B498-43B3-948B-1728B52AA6E4}">
                <adec:decorative xmlns:adec="http://schemas.microsoft.com/office/drawing/2017/decorative" val="1"/>
              </a:ext>
            </a:extLst>
          </p:cNvPr>
          <p:cNvSpPr/>
          <p:nvPr/>
        </p:nvSpPr>
        <p:spPr bwMode="auto">
          <a:xfrm>
            <a:off x="4936495" y="2537996"/>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lumMod val="75000"/>
                  <a:lumOff val="25000"/>
                </a:srgbClr>
              </a:solidFill>
              <a:effectLst/>
              <a:uLnTx/>
              <a:uFillTx/>
              <a:latin typeface="Segoe Sans Text"/>
              <a:ea typeface="+mn-ea"/>
              <a:cs typeface="Segoe UI" panose="020B0502040204020203" pitchFamily="34" charset="0"/>
            </a:endParaRPr>
          </a:p>
        </p:txBody>
      </p:sp>
      <p:pic>
        <p:nvPicPr>
          <p:cNvPr id="1059" name="Picture 1058">
            <a:extLst>
              <a:ext uri="{FF2B5EF4-FFF2-40B4-BE49-F238E27FC236}">
                <a16:creationId xmlns:a16="http://schemas.microsoft.com/office/drawing/2014/main" id="{A55CF9C1-4092-4E75-FCA3-1019CB95C4F8}"/>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val="0"/>
              </a:ext>
            </a:extLst>
          </a:blip>
          <a:srcRect/>
          <a:stretch/>
        </p:blipFill>
        <p:spPr>
          <a:xfrm>
            <a:off x="5161459" y="2667504"/>
            <a:ext cx="280976" cy="268248"/>
          </a:xfrm>
          <a:prstGeom prst="rect">
            <a:avLst/>
          </a:prstGeom>
        </p:spPr>
      </p:pic>
      <p:sp>
        <p:nvSpPr>
          <p:cNvPr id="1060" name="Text Placeholder 2">
            <a:extLst>
              <a:ext uri="{FF2B5EF4-FFF2-40B4-BE49-F238E27FC236}">
                <a16:creationId xmlns:a16="http://schemas.microsoft.com/office/drawing/2014/main" id="{1E86371F-28E2-301F-3BE2-33605B18E487}"/>
              </a:ext>
            </a:extLst>
          </p:cNvPr>
          <p:cNvSpPr txBox="1">
            <a:spLocks/>
          </p:cNvSpPr>
          <p:nvPr/>
        </p:nvSpPr>
        <p:spPr>
          <a:xfrm>
            <a:off x="5054876" y="3038455"/>
            <a:ext cx="494145"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Science</a:t>
            </a:r>
          </a:p>
        </p:txBody>
      </p:sp>
      <p:sp>
        <p:nvSpPr>
          <p:cNvPr id="1052" name="Rounded Rectangle 39">
            <a:extLst>
              <a:ext uri="{FF2B5EF4-FFF2-40B4-BE49-F238E27FC236}">
                <a16:creationId xmlns:a16="http://schemas.microsoft.com/office/drawing/2014/main" id="{7F8EF682-3568-46A6-CA04-52B250E0DFA9}"/>
              </a:ext>
              <a:ext uri="{C183D7F6-B498-43B3-948B-1728B52AA6E4}">
                <adec:decorative xmlns:adec="http://schemas.microsoft.com/office/drawing/2017/decorative" val="1"/>
              </a:ext>
            </a:extLst>
          </p:cNvPr>
          <p:cNvSpPr/>
          <p:nvPr/>
        </p:nvSpPr>
        <p:spPr bwMode="auto">
          <a:xfrm>
            <a:off x="6558547" y="2523960"/>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grpSp>
        <p:nvGrpSpPr>
          <p:cNvPr id="17" name="Group 16">
            <a:extLst>
              <a:ext uri="{FF2B5EF4-FFF2-40B4-BE49-F238E27FC236}">
                <a16:creationId xmlns:a16="http://schemas.microsoft.com/office/drawing/2014/main" id="{FDFAD5BD-4016-CD17-2487-533939682A82}"/>
              </a:ext>
              <a:ext uri="{C183D7F6-B498-43B3-948B-1728B52AA6E4}">
                <adec:decorative xmlns:adec="http://schemas.microsoft.com/office/drawing/2017/decorative" val="1"/>
              </a:ext>
            </a:extLst>
          </p:cNvPr>
          <p:cNvGrpSpPr/>
          <p:nvPr/>
        </p:nvGrpSpPr>
        <p:grpSpPr>
          <a:xfrm>
            <a:off x="6575131" y="2619671"/>
            <a:ext cx="701291" cy="681747"/>
            <a:chOff x="6192032" y="1631952"/>
            <a:chExt cx="701291" cy="681747"/>
          </a:xfrm>
        </p:grpSpPr>
        <p:pic>
          <p:nvPicPr>
            <p:cNvPr id="4" name="Graphic 3">
              <a:extLst>
                <a:ext uri="{FF2B5EF4-FFF2-40B4-BE49-F238E27FC236}">
                  <a16:creationId xmlns:a16="http://schemas.microsoft.com/office/drawing/2014/main" id="{6953E615-49AF-1A39-FE7A-1211236A5E67}"/>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66446" y="1631952"/>
              <a:ext cx="352464" cy="335843"/>
            </a:xfrm>
            <a:prstGeom prst="rect">
              <a:avLst/>
            </a:prstGeom>
          </p:spPr>
        </p:pic>
        <p:sp>
          <p:nvSpPr>
            <p:cNvPr id="1064" name="Text Placeholder 2">
              <a:extLst>
                <a:ext uri="{FF2B5EF4-FFF2-40B4-BE49-F238E27FC236}">
                  <a16:creationId xmlns:a16="http://schemas.microsoft.com/office/drawing/2014/main" id="{A47CEEF7-BE45-48F4-2FFF-7E1592A5EE0A}"/>
                </a:ext>
              </a:extLst>
            </p:cNvPr>
            <p:cNvSpPr txBox="1">
              <a:spLocks/>
            </p:cNvSpPr>
            <p:nvPr/>
          </p:nvSpPr>
          <p:spPr>
            <a:xfrm>
              <a:off x="6192032" y="2036700"/>
              <a:ext cx="701291"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Power</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BI</a:t>
              </a:r>
            </a:p>
          </p:txBody>
        </p:sp>
      </p:grpSp>
      <p:sp>
        <p:nvSpPr>
          <p:cNvPr id="1071" name="Rounded Rectangle 30">
            <a:extLst>
              <a:ext uri="{FF2B5EF4-FFF2-40B4-BE49-F238E27FC236}">
                <a16:creationId xmlns:a16="http://schemas.microsoft.com/office/drawing/2014/main" id="{DDA3DFC3-2E3D-8515-CC20-E91560ABDD9A}"/>
              </a:ext>
              <a:ext uri="{C183D7F6-B498-43B3-948B-1728B52AA6E4}">
                <adec:decorative xmlns:adec="http://schemas.microsoft.com/office/drawing/2017/decorative" val="1"/>
              </a:ext>
            </a:extLst>
          </p:cNvPr>
          <p:cNvSpPr/>
          <p:nvPr/>
        </p:nvSpPr>
        <p:spPr bwMode="auto">
          <a:xfrm>
            <a:off x="656673" y="3534097"/>
            <a:ext cx="7462268" cy="548556"/>
          </a:xfrm>
          <a:prstGeom prst="roundRect">
            <a:avLst>
              <a:gd name="adj" fmla="val 11187"/>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FF0000"/>
              </a:solidFill>
              <a:effectLst/>
              <a:uLnTx/>
              <a:uFillTx/>
              <a:latin typeface="Segoe Sans Text"/>
              <a:ea typeface="+mn-ea"/>
              <a:cs typeface="Segoe UI" panose="020B0502040204020203" pitchFamily="34" charset="0"/>
            </a:endParaRPr>
          </a:p>
        </p:txBody>
      </p:sp>
      <p:sp>
        <p:nvSpPr>
          <p:cNvPr id="1073" name="Text Placeholder 2">
            <a:extLst>
              <a:ext uri="{FF2B5EF4-FFF2-40B4-BE49-F238E27FC236}">
                <a16:creationId xmlns:a16="http://schemas.microsoft.com/office/drawing/2014/main" id="{FCC630A3-93F7-E54C-EA07-E65199EADC78}"/>
              </a:ext>
            </a:extLst>
          </p:cNvPr>
          <p:cNvSpPr txBox="1">
            <a:spLocks/>
          </p:cNvSpPr>
          <p:nvPr/>
        </p:nvSpPr>
        <p:spPr>
          <a:xfrm>
            <a:off x="1270050" y="3723737"/>
            <a:ext cx="1715213" cy="169277"/>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Copilot in Microsoft Fabric</a:t>
            </a:r>
          </a:p>
        </p:txBody>
      </p:sp>
      <p:sp>
        <p:nvSpPr>
          <p:cNvPr id="1068" name="Rounded Rectangle 30">
            <a:extLst>
              <a:ext uri="{FF2B5EF4-FFF2-40B4-BE49-F238E27FC236}">
                <a16:creationId xmlns:a16="http://schemas.microsoft.com/office/drawing/2014/main" id="{491967EE-FEE0-7C45-C4A2-B306580976E4}"/>
              </a:ext>
              <a:ext uri="{C183D7F6-B498-43B3-948B-1728B52AA6E4}">
                <adec:decorative xmlns:adec="http://schemas.microsoft.com/office/drawing/2017/decorative" val="1"/>
              </a:ext>
            </a:extLst>
          </p:cNvPr>
          <p:cNvSpPr/>
          <p:nvPr/>
        </p:nvSpPr>
        <p:spPr bwMode="auto">
          <a:xfrm>
            <a:off x="656673" y="4163112"/>
            <a:ext cx="7462268" cy="548556"/>
          </a:xfrm>
          <a:prstGeom prst="roundRect">
            <a:avLst>
              <a:gd name="adj" fmla="val 11187"/>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FF0000"/>
              </a:solidFill>
              <a:effectLst/>
              <a:uLnTx/>
              <a:uFillTx/>
              <a:latin typeface="Segoe Sans Text"/>
              <a:ea typeface="+mn-ea"/>
              <a:cs typeface="Segoe UI" panose="020B0502040204020203" pitchFamily="34" charset="0"/>
            </a:endParaRPr>
          </a:p>
        </p:txBody>
      </p:sp>
      <p:pic>
        <p:nvPicPr>
          <p:cNvPr id="12" name="Picture 11">
            <a:extLst>
              <a:ext uri="{FF2B5EF4-FFF2-40B4-BE49-F238E27FC236}">
                <a16:creationId xmlns:a16="http://schemas.microsoft.com/office/drawing/2014/main" id="{44E4B833-9337-E2C2-6B27-2C42EDF6BB77}"/>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val="0"/>
              </a:ext>
            </a:extLst>
          </a:blip>
          <a:srcRect/>
          <a:stretch/>
        </p:blipFill>
        <p:spPr>
          <a:xfrm>
            <a:off x="810893" y="4295064"/>
            <a:ext cx="281738" cy="284653"/>
          </a:xfrm>
          <a:prstGeom prst="rect">
            <a:avLst/>
          </a:prstGeom>
        </p:spPr>
      </p:pic>
      <p:sp>
        <p:nvSpPr>
          <p:cNvPr id="1070" name="Text Placeholder 2">
            <a:extLst>
              <a:ext uri="{FF2B5EF4-FFF2-40B4-BE49-F238E27FC236}">
                <a16:creationId xmlns:a16="http://schemas.microsoft.com/office/drawing/2014/main" id="{56D9EFB2-D271-D927-A85F-03CE1EA72B22}"/>
              </a:ext>
            </a:extLst>
          </p:cNvPr>
          <p:cNvSpPr txBox="1">
            <a:spLocks/>
          </p:cNvSpPr>
          <p:nvPr/>
        </p:nvSpPr>
        <p:spPr>
          <a:xfrm>
            <a:off x="1270050" y="4352752"/>
            <a:ext cx="553037" cy="169277"/>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OneLake</a:t>
            </a:r>
          </a:p>
        </p:txBody>
      </p:sp>
      <p:sp>
        <p:nvSpPr>
          <p:cNvPr id="1066" name="Rounded Rectangle 30">
            <a:extLst>
              <a:ext uri="{FF2B5EF4-FFF2-40B4-BE49-F238E27FC236}">
                <a16:creationId xmlns:a16="http://schemas.microsoft.com/office/drawing/2014/main" id="{A9B963B0-8B16-FC52-2B06-A0184A8B5B53}"/>
              </a:ext>
              <a:ext uri="{C183D7F6-B498-43B3-948B-1728B52AA6E4}">
                <adec:decorative xmlns:adec="http://schemas.microsoft.com/office/drawing/2017/decorative" val="1"/>
              </a:ext>
            </a:extLst>
          </p:cNvPr>
          <p:cNvSpPr/>
          <p:nvPr/>
        </p:nvSpPr>
        <p:spPr bwMode="auto">
          <a:xfrm>
            <a:off x="656673" y="4791596"/>
            <a:ext cx="7462268" cy="548556"/>
          </a:xfrm>
          <a:prstGeom prst="roundRect">
            <a:avLst>
              <a:gd name="adj" fmla="val 11187"/>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FF0000"/>
              </a:solidFill>
              <a:effectLst/>
              <a:uLnTx/>
              <a:uFillTx/>
              <a:latin typeface="Segoe Sans Text"/>
              <a:ea typeface="+mn-ea"/>
              <a:cs typeface="Segoe UI" panose="020B0502040204020203" pitchFamily="34" charset="0"/>
            </a:endParaRPr>
          </a:p>
        </p:txBody>
      </p:sp>
      <p:pic>
        <p:nvPicPr>
          <p:cNvPr id="14" name="Picture 13">
            <a:extLst>
              <a:ext uri="{FF2B5EF4-FFF2-40B4-BE49-F238E27FC236}">
                <a16:creationId xmlns:a16="http://schemas.microsoft.com/office/drawing/2014/main" id="{E3A4FD66-3EAB-2D7B-87E4-8AB5CE7DB1A6}"/>
              </a:ext>
              <a:ext uri="{C183D7F6-B498-43B3-948B-1728B52AA6E4}">
                <adec:decorative xmlns:adec="http://schemas.microsoft.com/office/drawing/2017/decorative" val="1"/>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810893" y="4923548"/>
            <a:ext cx="281738" cy="284653"/>
          </a:xfrm>
          <a:prstGeom prst="rect">
            <a:avLst/>
          </a:prstGeom>
        </p:spPr>
      </p:pic>
      <p:sp>
        <p:nvSpPr>
          <p:cNvPr id="1067" name="Text Placeholder 2">
            <a:extLst>
              <a:ext uri="{FF2B5EF4-FFF2-40B4-BE49-F238E27FC236}">
                <a16:creationId xmlns:a16="http://schemas.microsoft.com/office/drawing/2014/main" id="{59B21BFF-1D61-4065-0B80-7E3773D4B62B}"/>
              </a:ext>
            </a:extLst>
          </p:cNvPr>
          <p:cNvSpPr txBox="1">
            <a:spLocks/>
          </p:cNvSpPr>
          <p:nvPr/>
        </p:nvSpPr>
        <p:spPr>
          <a:xfrm>
            <a:off x="1270050" y="4981236"/>
            <a:ext cx="3491340" cy="169277"/>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Security, Governance and Administration with Purview</a:t>
            </a:r>
          </a:p>
        </p:txBody>
      </p:sp>
      <p:grpSp>
        <p:nvGrpSpPr>
          <p:cNvPr id="13" name="Group 12">
            <a:extLst>
              <a:ext uri="{FF2B5EF4-FFF2-40B4-BE49-F238E27FC236}">
                <a16:creationId xmlns:a16="http://schemas.microsoft.com/office/drawing/2014/main" id="{74FCD96C-ED88-7C0B-3011-AD90E68789B5}"/>
              </a:ext>
              <a:ext uri="{C183D7F6-B498-43B3-948B-1728B52AA6E4}">
                <adec:decorative xmlns:adec="http://schemas.microsoft.com/office/drawing/2017/decorative" val="1"/>
              </a:ext>
            </a:extLst>
          </p:cNvPr>
          <p:cNvGrpSpPr/>
          <p:nvPr/>
        </p:nvGrpSpPr>
        <p:grpSpPr>
          <a:xfrm>
            <a:off x="8366223" y="2536088"/>
            <a:ext cx="3245769" cy="252011"/>
            <a:chOff x="8366223" y="2536088"/>
            <a:chExt cx="3245769" cy="252011"/>
          </a:xfrm>
        </p:grpSpPr>
        <p:sp>
          <p:nvSpPr>
            <p:cNvPr id="1034" name="PageRight_E761">
              <a:extLst>
                <a:ext uri="{FF2B5EF4-FFF2-40B4-BE49-F238E27FC236}">
                  <a16:creationId xmlns:a16="http://schemas.microsoft.com/office/drawing/2014/main" id="{0491B4FB-423F-6164-F942-0C9FFA5A08B1}"/>
                </a:ext>
                <a:ext uri="{C183D7F6-B498-43B3-948B-1728B52AA6E4}">
                  <adec:decorative xmlns:adec="http://schemas.microsoft.com/office/drawing/2017/decorative" val="1"/>
                </a:ext>
              </a:extLst>
            </p:cNvPr>
            <p:cNvSpPr>
              <a:spLocks noChangeAspect="1" noEditPoints="1"/>
            </p:cNvSpPr>
            <p:nvPr/>
          </p:nvSpPr>
          <p:spPr bwMode="auto">
            <a:xfrm>
              <a:off x="8366223" y="2536088"/>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045" name="TextBox 1044">
              <a:extLst>
                <a:ext uri="{FF2B5EF4-FFF2-40B4-BE49-F238E27FC236}">
                  <a16:creationId xmlns:a16="http://schemas.microsoft.com/office/drawing/2014/main" id="{BA4BAF34-3D2C-0DA2-46E8-2A2CB635D323}"/>
                </a:ext>
              </a:extLst>
            </p:cNvPr>
            <p:cNvSpPr txBox="1"/>
            <p:nvPr/>
          </p:nvSpPr>
          <p:spPr>
            <a:xfrm>
              <a:off x="8782050" y="2536088"/>
              <a:ext cx="2829942" cy="184666"/>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200+ native data source connectors</a:t>
              </a:r>
            </a:p>
          </p:txBody>
        </p:sp>
      </p:grpSp>
      <p:grpSp>
        <p:nvGrpSpPr>
          <p:cNvPr id="11" name="Group 10">
            <a:extLst>
              <a:ext uri="{FF2B5EF4-FFF2-40B4-BE49-F238E27FC236}">
                <a16:creationId xmlns:a16="http://schemas.microsoft.com/office/drawing/2014/main" id="{B688BCDB-A950-79DA-ABF0-183EEE4B748A}"/>
              </a:ext>
              <a:ext uri="{C183D7F6-B498-43B3-948B-1728B52AA6E4}">
                <adec:decorative xmlns:adec="http://schemas.microsoft.com/office/drawing/2017/decorative" val="1"/>
              </a:ext>
            </a:extLst>
          </p:cNvPr>
          <p:cNvGrpSpPr/>
          <p:nvPr/>
        </p:nvGrpSpPr>
        <p:grpSpPr>
          <a:xfrm>
            <a:off x="8366223" y="2959127"/>
            <a:ext cx="3244752" cy="369332"/>
            <a:chOff x="8366223" y="2959127"/>
            <a:chExt cx="3244752" cy="369332"/>
          </a:xfrm>
        </p:grpSpPr>
        <p:sp>
          <p:nvSpPr>
            <p:cNvPr id="1040" name="PageRight_E761">
              <a:extLst>
                <a:ext uri="{FF2B5EF4-FFF2-40B4-BE49-F238E27FC236}">
                  <a16:creationId xmlns:a16="http://schemas.microsoft.com/office/drawing/2014/main" id="{E0C89A08-7F30-029F-0AD9-C901A89ED545}"/>
                </a:ext>
                <a:ext uri="{C183D7F6-B498-43B3-948B-1728B52AA6E4}">
                  <adec:decorative xmlns:adec="http://schemas.microsoft.com/office/drawing/2017/decorative" val="1"/>
                </a:ext>
              </a:extLst>
            </p:cNvPr>
            <p:cNvSpPr>
              <a:spLocks noChangeAspect="1" noEditPoints="1"/>
            </p:cNvSpPr>
            <p:nvPr/>
          </p:nvSpPr>
          <p:spPr bwMode="auto">
            <a:xfrm>
              <a:off x="8366223" y="2959127"/>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044" name="TextBox 1043">
              <a:extLst>
                <a:ext uri="{FF2B5EF4-FFF2-40B4-BE49-F238E27FC236}">
                  <a16:creationId xmlns:a16="http://schemas.microsoft.com/office/drawing/2014/main" id="{CD47AB84-946E-3921-171C-D32226612BCD}"/>
                </a:ext>
              </a:extLst>
            </p:cNvPr>
            <p:cNvSpPr txBox="1"/>
            <p:nvPr/>
          </p:nvSpPr>
          <p:spPr>
            <a:xfrm>
              <a:off x="8781033" y="2959127"/>
              <a:ext cx="2829942"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300+ data transformations in dataflows designer to transform data more easily</a:t>
              </a:r>
            </a:p>
          </p:txBody>
        </p:sp>
      </p:grpSp>
      <p:grpSp>
        <p:nvGrpSpPr>
          <p:cNvPr id="15" name="Group 14">
            <a:extLst>
              <a:ext uri="{FF2B5EF4-FFF2-40B4-BE49-F238E27FC236}">
                <a16:creationId xmlns:a16="http://schemas.microsoft.com/office/drawing/2014/main" id="{DF3B9A99-26CF-CF58-5D50-134B19856C5A}"/>
              </a:ext>
              <a:ext uri="{C183D7F6-B498-43B3-948B-1728B52AA6E4}">
                <adec:decorative xmlns:adec="http://schemas.microsoft.com/office/drawing/2017/decorative" val="1"/>
              </a:ext>
            </a:extLst>
          </p:cNvPr>
          <p:cNvGrpSpPr/>
          <p:nvPr/>
        </p:nvGrpSpPr>
        <p:grpSpPr>
          <a:xfrm>
            <a:off x="8367240" y="3499487"/>
            <a:ext cx="3244752" cy="369332"/>
            <a:chOff x="8367240" y="3499487"/>
            <a:chExt cx="3244752" cy="369332"/>
          </a:xfrm>
        </p:grpSpPr>
        <p:sp>
          <p:nvSpPr>
            <p:cNvPr id="1035" name="PageRight_E761">
              <a:extLst>
                <a:ext uri="{FF2B5EF4-FFF2-40B4-BE49-F238E27FC236}">
                  <a16:creationId xmlns:a16="http://schemas.microsoft.com/office/drawing/2014/main" id="{3EDF24B9-5832-208F-CB6D-A50B6E03734B}"/>
                </a:ext>
                <a:ext uri="{C183D7F6-B498-43B3-948B-1728B52AA6E4}">
                  <adec:decorative xmlns:adec="http://schemas.microsoft.com/office/drawing/2017/decorative" val="1"/>
                </a:ext>
              </a:extLst>
            </p:cNvPr>
            <p:cNvSpPr>
              <a:spLocks noChangeAspect="1" noEditPoints="1"/>
            </p:cNvSpPr>
            <p:nvPr/>
          </p:nvSpPr>
          <p:spPr bwMode="auto">
            <a:xfrm>
              <a:off x="8367240" y="3499487"/>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043" name="TextBox 1042">
              <a:extLst>
                <a:ext uri="{FF2B5EF4-FFF2-40B4-BE49-F238E27FC236}">
                  <a16:creationId xmlns:a16="http://schemas.microsoft.com/office/drawing/2014/main" id="{EDCDE513-5A7B-2749-77E4-415E37725CC5}"/>
                </a:ext>
              </a:extLst>
            </p:cNvPr>
            <p:cNvSpPr txBox="1"/>
            <p:nvPr/>
          </p:nvSpPr>
          <p:spPr>
            <a:xfrm>
              <a:off x="8782050" y="3499487"/>
              <a:ext cx="2829942"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Cloud-scale data movement with Data Factory</a:t>
              </a:r>
            </a:p>
          </p:txBody>
        </p:sp>
      </p:grpSp>
      <p:grpSp>
        <p:nvGrpSpPr>
          <p:cNvPr id="18" name="Group 17">
            <a:extLst>
              <a:ext uri="{FF2B5EF4-FFF2-40B4-BE49-F238E27FC236}">
                <a16:creationId xmlns:a16="http://schemas.microsoft.com/office/drawing/2014/main" id="{F4C86317-8848-0587-0167-6EEB92A8D942}"/>
              </a:ext>
              <a:ext uri="{C183D7F6-B498-43B3-948B-1728B52AA6E4}">
                <adec:decorative xmlns:adec="http://schemas.microsoft.com/office/drawing/2017/decorative" val="1"/>
              </a:ext>
            </a:extLst>
          </p:cNvPr>
          <p:cNvGrpSpPr/>
          <p:nvPr/>
        </p:nvGrpSpPr>
        <p:grpSpPr>
          <a:xfrm>
            <a:off x="8366223" y="4039847"/>
            <a:ext cx="3244752" cy="553998"/>
            <a:chOff x="8366223" y="3968031"/>
            <a:chExt cx="3244752" cy="553998"/>
          </a:xfrm>
        </p:grpSpPr>
        <p:sp>
          <p:nvSpPr>
            <p:cNvPr id="1036" name="PageRight_E761">
              <a:extLst>
                <a:ext uri="{FF2B5EF4-FFF2-40B4-BE49-F238E27FC236}">
                  <a16:creationId xmlns:a16="http://schemas.microsoft.com/office/drawing/2014/main" id="{5DA1452B-FEA2-8CE9-E216-AE35295801BD}"/>
                </a:ext>
                <a:ext uri="{C183D7F6-B498-43B3-948B-1728B52AA6E4}">
                  <adec:decorative xmlns:adec="http://schemas.microsoft.com/office/drawing/2017/decorative" val="1"/>
                </a:ext>
              </a:extLst>
            </p:cNvPr>
            <p:cNvSpPr>
              <a:spLocks noChangeAspect="1" noEditPoints="1"/>
            </p:cNvSpPr>
            <p:nvPr/>
          </p:nvSpPr>
          <p:spPr bwMode="auto">
            <a:xfrm>
              <a:off x="8366223" y="3968031"/>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042" name="TextBox 1041">
              <a:extLst>
                <a:ext uri="{FF2B5EF4-FFF2-40B4-BE49-F238E27FC236}">
                  <a16:creationId xmlns:a16="http://schemas.microsoft.com/office/drawing/2014/main" id="{1E144655-39B3-6BC0-C93E-6F95CA5338BA}"/>
                </a:ext>
              </a:extLst>
            </p:cNvPr>
            <p:cNvSpPr txBox="1"/>
            <p:nvPr/>
          </p:nvSpPr>
          <p:spPr>
            <a:xfrm>
              <a:off x="8781033" y="3968031"/>
              <a:ext cx="282994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Low-code interface for ingesting data from hundreds of data sources using Dataflows Gen2</a:t>
              </a:r>
            </a:p>
          </p:txBody>
        </p:sp>
      </p:grpSp>
      <p:grpSp>
        <p:nvGrpSpPr>
          <p:cNvPr id="25" name="Group 24">
            <a:extLst>
              <a:ext uri="{FF2B5EF4-FFF2-40B4-BE49-F238E27FC236}">
                <a16:creationId xmlns:a16="http://schemas.microsoft.com/office/drawing/2014/main" id="{2EB85273-DFEC-F31C-F953-A40BCF0CF946}"/>
              </a:ext>
              <a:ext uri="{C183D7F6-B498-43B3-948B-1728B52AA6E4}">
                <adec:decorative xmlns:adec="http://schemas.microsoft.com/office/drawing/2017/decorative" val="1"/>
              </a:ext>
            </a:extLst>
          </p:cNvPr>
          <p:cNvGrpSpPr/>
          <p:nvPr/>
        </p:nvGrpSpPr>
        <p:grpSpPr>
          <a:xfrm>
            <a:off x="8366223" y="4764873"/>
            <a:ext cx="3244752" cy="369332"/>
            <a:chOff x="8366223" y="4764873"/>
            <a:chExt cx="3244752" cy="369332"/>
          </a:xfrm>
        </p:grpSpPr>
        <p:sp>
          <p:nvSpPr>
            <p:cNvPr id="1037" name="PageRight_E761">
              <a:extLst>
                <a:ext uri="{FF2B5EF4-FFF2-40B4-BE49-F238E27FC236}">
                  <a16:creationId xmlns:a16="http://schemas.microsoft.com/office/drawing/2014/main" id="{0A5EBF61-8849-8DA1-B9B4-6DF6BB21EDAD}"/>
                </a:ext>
                <a:ext uri="{C183D7F6-B498-43B3-948B-1728B52AA6E4}">
                  <adec:decorative xmlns:adec="http://schemas.microsoft.com/office/drawing/2017/decorative" val="1"/>
                </a:ext>
              </a:extLst>
            </p:cNvPr>
            <p:cNvSpPr>
              <a:spLocks noChangeAspect="1" noEditPoints="1"/>
            </p:cNvSpPr>
            <p:nvPr/>
          </p:nvSpPr>
          <p:spPr bwMode="auto">
            <a:xfrm>
              <a:off x="8366223" y="4764873"/>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041" name="TextBox 1040">
              <a:extLst>
                <a:ext uri="{FF2B5EF4-FFF2-40B4-BE49-F238E27FC236}">
                  <a16:creationId xmlns:a16="http://schemas.microsoft.com/office/drawing/2014/main" id="{BF66A818-63F0-5979-9B63-20087BC98A3C}"/>
                </a:ext>
              </a:extLst>
            </p:cNvPr>
            <p:cNvSpPr txBox="1"/>
            <p:nvPr/>
          </p:nvSpPr>
          <p:spPr>
            <a:xfrm>
              <a:off x="8781033" y="4764873"/>
              <a:ext cx="2829942" cy="369332"/>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Out-of-the-box rich data orchestration capabilities to compose flexible workflows</a:t>
              </a:r>
            </a:p>
          </p:txBody>
        </p:sp>
      </p:grpSp>
      <p:grpSp>
        <p:nvGrpSpPr>
          <p:cNvPr id="26" name="Group 25">
            <a:extLst>
              <a:ext uri="{FF2B5EF4-FFF2-40B4-BE49-F238E27FC236}">
                <a16:creationId xmlns:a16="http://schemas.microsoft.com/office/drawing/2014/main" id="{0F9D5BCB-17FF-96EC-1E9D-436A80FBFFE4}"/>
              </a:ext>
              <a:ext uri="{C183D7F6-B498-43B3-948B-1728B52AA6E4}">
                <adec:decorative xmlns:adec="http://schemas.microsoft.com/office/drawing/2017/decorative" val="1"/>
              </a:ext>
            </a:extLst>
          </p:cNvPr>
          <p:cNvGrpSpPr/>
          <p:nvPr/>
        </p:nvGrpSpPr>
        <p:grpSpPr>
          <a:xfrm>
            <a:off x="8366223" y="5305234"/>
            <a:ext cx="3245769" cy="553998"/>
            <a:chOff x="8366223" y="5305234"/>
            <a:chExt cx="3245769" cy="553998"/>
          </a:xfrm>
        </p:grpSpPr>
        <p:sp>
          <p:nvSpPr>
            <p:cNvPr id="1038" name="PageRight_E761">
              <a:extLst>
                <a:ext uri="{FF2B5EF4-FFF2-40B4-BE49-F238E27FC236}">
                  <a16:creationId xmlns:a16="http://schemas.microsoft.com/office/drawing/2014/main" id="{934FAEFF-FCEA-902D-1A4F-E9C768301A36}"/>
                </a:ext>
                <a:ext uri="{C183D7F6-B498-43B3-948B-1728B52AA6E4}">
                  <adec:decorative xmlns:adec="http://schemas.microsoft.com/office/drawing/2017/decorative" val="1"/>
                </a:ext>
              </a:extLst>
            </p:cNvPr>
            <p:cNvSpPr>
              <a:spLocks noChangeAspect="1" noEditPoints="1"/>
            </p:cNvSpPr>
            <p:nvPr/>
          </p:nvSpPr>
          <p:spPr bwMode="auto">
            <a:xfrm>
              <a:off x="8366223" y="5305234"/>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039" name="TextBox 1038">
              <a:extLst>
                <a:ext uri="{FF2B5EF4-FFF2-40B4-BE49-F238E27FC236}">
                  <a16:creationId xmlns:a16="http://schemas.microsoft.com/office/drawing/2014/main" id="{C7255C38-6671-D0D8-078B-099FFABB4E66}"/>
                </a:ext>
              </a:extLst>
            </p:cNvPr>
            <p:cNvSpPr txBox="1"/>
            <p:nvPr/>
          </p:nvSpPr>
          <p:spPr>
            <a:xfrm>
              <a:off x="8782050" y="5305234"/>
              <a:ext cx="282994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Powerful, enterprise-grade Data Factory workload with the best of ADF and Power Query together</a:t>
              </a:r>
            </a:p>
          </p:txBody>
        </p:sp>
      </p:grpSp>
      <p:sp>
        <p:nvSpPr>
          <p:cNvPr id="3" name="Slide Number Placeholder 2">
            <a:extLst>
              <a:ext uri="{FF2B5EF4-FFF2-40B4-BE49-F238E27FC236}">
                <a16:creationId xmlns:a16="http://schemas.microsoft.com/office/drawing/2014/main" id="{9C3C041D-808A-40A5-96EC-AC67C40543AE}"/>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225B61">
                    <a:tint val="75000"/>
                  </a:srgbClr>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
        <p:nvSpPr>
          <p:cNvPr id="2" name="Footer Placeholder 1">
            <a:extLst>
              <a:ext uri="{FF2B5EF4-FFF2-40B4-BE49-F238E27FC236}">
                <a16:creationId xmlns:a16="http://schemas.microsoft.com/office/drawing/2014/main" id="{EBA02160-8538-ED0B-F0D6-2450FE96112F}"/>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rPr>
              <a:t>Microsoft Fabric</a:t>
            </a:r>
          </a:p>
        </p:txBody>
      </p:sp>
      <p:sp>
        <p:nvSpPr>
          <p:cNvPr id="1051" name="Rounded Rectangle 26">
            <a:extLst>
              <a:ext uri="{FF2B5EF4-FFF2-40B4-BE49-F238E27FC236}">
                <a16:creationId xmlns:a16="http://schemas.microsoft.com/office/drawing/2014/main" id="{6B51368C-54FB-7405-E090-133E9E646378}"/>
              </a:ext>
              <a:ext uri="{C183D7F6-B498-43B3-948B-1728B52AA6E4}">
                <adec:decorative xmlns:adec="http://schemas.microsoft.com/office/drawing/2017/decorative" val="1"/>
              </a:ext>
            </a:extLst>
          </p:cNvPr>
          <p:cNvSpPr/>
          <p:nvPr/>
        </p:nvSpPr>
        <p:spPr bwMode="auto">
          <a:xfrm>
            <a:off x="1503777" y="2526758"/>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lumMod val="75000"/>
                  <a:lumOff val="25000"/>
                </a:srgbClr>
              </a:solidFill>
              <a:effectLst/>
              <a:uLnTx/>
              <a:uFillTx/>
              <a:latin typeface="Segoe Sans Text"/>
              <a:ea typeface="+mn-ea"/>
              <a:cs typeface="Segoe UI" panose="020B0502040204020203" pitchFamily="34" charset="0"/>
            </a:endParaRPr>
          </a:p>
        </p:txBody>
      </p:sp>
      <p:grpSp>
        <p:nvGrpSpPr>
          <p:cNvPr id="16" name="Group 15">
            <a:extLst>
              <a:ext uri="{FF2B5EF4-FFF2-40B4-BE49-F238E27FC236}">
                <a16:creationId xmlns:a16="http://schemas.microsoft.com/office/drawing/2014/main" id="{BA0CD506-6262-7083-E75E-35E560B3935A}"/>
              </a:ext>
              <a:ext uri="{C183D7F6-B498-43B3-948B-1728B52AA6E4}">
                <adec:decorative xmlns:adec="http://schemas.microsoft.com/office/drawing/2017/decorative" val="1"/>
              </a:ext>
            </a:extLst>
          </p:cNvPr>
          <p:cNvGrpSpPr/>
          <p:nvPr/>
        </p:nvGrpSpPr>
        <p:grpSpPr>
          <a:xfrm>
            <a:off x="1498152" y="2685717"/>
            <a:ext cx="723771" cy="624995"/>
            <a:chOff x="5103355" y="1688704"/>
            <a:chExt cx="723771" cy="624995"/>
          </a:xfrm>
        </p:grpSpPr>
        <p:sp>
          <p:nvSpPr>
            <p:cNvPr id="1062" name="Text Placeholder 2">
              <a:extLst>
                <a:ext uri="{FF2B5EF4-FFF2-40B4-BE49-F238E27FC236}">
                  <a16:creationId xmlns:a16="http://schemas.microsoft.com/office/drawing/2014/main" id="{B60461A1-B540-6FCE-90AE-BECBBDB12F20}"/>
                </a:ext>
              </a:extLst>
            </p:cNvPr>
            <p:cNvSpPr txBox="1">
              <a:spLocks/>
            </p:cNvSpPr>
            <p:nvPr/>
          </p:nvSpPr>
          <p:spPr>
            <a:xfrm>
              <a:off x="5103355" y="2036700"/>
              <a:ext cx="723771"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Real-Time Intelligence</a:t>
              </a:r>
            </a:p>
          </p:txBody>
        </p:sp>
        <p:pic>
          <p:nvPicPr>
            <p:cNvPr id="5" name="Picture 4">
              <a:extLst>
                <a:ext uri="{FF2B5EF4-FFF2-40B4-BE49-F238E27FC236}">
                  <a16:creationId xmlns:a16="http://schemas.microsoft.com/office/drawing/2014/main" id="{B2DD411C-5E88-FFFE-CC7B-2AA44105B3D5}"/>
                </a:ext>
                <a:ext uri="{C183D7F6-B498-43B3-948B-1728B52AA6E4}">
                  <adec:decorative xmlns:adec="http://schemas.microsoft.com/office/drawing/2017/decorative" val="1"/>
                </a:ext>
              </a:extLst>
            </p:cNvPr>
            <p:cNvPicPr>
              <a:picLocks noChangeAspect="1"/>
            </p:cNvPicPr>
            <p:nvPr/>
          </p:nvPicPr>
          <p:blipFill>
            <a:blip r:embed="rId11" cstate="screen">
              <a:extLst>
                <a:ext uri="{28A0092B-C50C-407E-A947-70E740481C1C}">
                  <a14:useLocalDpi xmlns:a14="http://schemas.microsoft.com/office/drawing/2010/main" val="0"/>
                </a:ext>
              </a:extLst>
            </a:blip>
            <a:srcRect/>
            <a:stretch/>
          </p:blipFill>
          <p:spPr>
            <a:xfrm>
              <a:off x="5326281" y="1688704"/>
              <a:ext cx="277812" cy="278073"/>
            </a:xfrm>
            <a:prstGeom prst="rect">
              <a:avLst/>
            </a:prstGeom>
          </p:spPr>
        </p:pic>
      </p:grpSp>
      <p:pic>
        <p:nvPicPr>
          <p:cNvPr id="6" name="Picture 5">
            <a:extLst>
              <a:ext uri="{FF2B5EF4-FFF2-40B4-BE49-F238E27FC236}">
                <a16:creationId xmlns:a16="http://schemas.microsoft.com/office/drawing/2014/main" id="{04D6F2A1-0B24-9616-9EA2-8461B851B633}"/>
              </a:ext>
              <a:ext uri="{C183D7F6-B498-43B3-948B-1728B52AA6E4}">
                <adec:decorative xmlns:adec="http://schemas.microsoft.com/office/drawing/2017/decorative" val="1"/>
              </a:ext>
            </a:extLst>
          </p:cNvPr>
          <p:cNvPicPr>
            <a:picLocks noChangeAspect="1"/>
          </p:cNvPicPr>
          <p:nvPr/>
        </p:nvPicPr>
        <p:blipFill rotWithShape="1">
          <a:blip r:embed="rId12" cstate="screen">
            <a:extLst>
              <a:ext uri="{28A0092B-C50C-407E-A947-70E740481C1C}">
                <a14:useLocalDpi xmlns:a14="http://schemas.microsoft.com/office/drawing/2010/main" val="0"/>
              </a:ext>
            </a:extLst>
          </a:blip>
          <a:srcRect/>
          <a:stretch/>
        </p:blipFill>
        <p:spPr>
          <a:xfrm>
            <a:off x="805257" y="3699077"/>
            <a:ext cx="287374" cy="251625"/>
          </a:xfrm>
          <a:prstGeom prst="rect">
            <a:avLst/>
          </a:prstGeom>
        </p:spPr>
      </p:pic>
      <p:sp>
        <p:nvSpPr>
          <p:cNvPr id="9" name="Rounded Rectangle 39">
            <a:extLst>
              <a:ext uri="{FF2B5EF4-FFF2-40B4-BE49-F238E27FC236}">
                <a16:creationId xmlns:a16="http://schemas.microsoft.com/office/drawing/2014/main" id="{2DE4F8D6-B4C1-3F53-6033-4B6DEBB9536C}"/>
              </a:ext>
              <a:ext uri="{C183D7F6-B498-43B3-948B-1728B52AA6E4}">
                <adec:decorative xmlns:adec="http://schemas.microsoft.com/office/drawing/2017/decorative" val="1"/>
              </a:ext>
            </a:extLst>
          </p:cNvPr>
          <p:cNvSpPr/>
          <p:nvPr/>
        </p:nvSpPr>
        <p:spPr bwMode="auto">
          <a:xfrm>
            <a:off x="7400028" y="2526758"/>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grpSp>
        <p:nvGrpSpPr>
          <p:cNvPr id="21" name="Group 20">
            <a:extLst>
              <a:ext uri="{FF2B5EF4-FFF2-40B4-BE49-F238E27FC236}">
                <a16:creationId xmlns:a16="http://schemas.microsoft.com/office/drawing/2014/main" id="{1D4D69C5-BAE1-C50B-C5F4-409EF78F5F0B}"/>
              </a:ext>
              <a:ext uri="{C183D7F6-B498-43B3-948B-1728B52AA6E4}">
                <adec:decorative xmlns:adec="http://schemas.microsoft.com/office/drawing/2017/decorative" val="1"/>
              </a:ext>
            </a:extLst>
          </p:cNvPr>
          <p:cNvGrpSpPr/>
          <p:nvPr/>
        </p:nvGrpSpPr>
        <p:grpSpPr>
          <a:xfrm>
            <a:off x="7400029" y="2632906"/>
            <a:ext cx="718912" cy="671310"/>
            <a:chOff x="7260657" y="1642389"/>
            <a:chExt cx="718912" cy="671310"/>
          </a:xfrm>
        </p:grpSpPr>
        <p:sp>
          <p:nvSpPr>
            <p:cNvPr id="22" name="Text Placeholder 2">
              <a:extLst>
                <a:ext uri="{FF2B5EF4-FFF2-40B4-BE49-F238E27FC236}">
                  <a16:creationId xmlns:a16="http://schemas.microsoft.com/office/drawing/2014/main" id="{DA6F1584-08EB-311F-685C-071CC899692E}"/>
                </a:ext>
              </a:extLst>
            </p:cNvPr>
            <p:cNvSpPr txBox="1">
              <a:spLocks/>
            </p:cNvSpPr>
            <p:nvPr/>
          </p:nvSpPr>
          <p:spPr>
            <a:xfrm>
              <a:off x="7260657" y="2036700"/>
              <a:ext cx="718912"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Partner Solutions</a:t>
              </a:r>
            </a:p>
          </p:txBody>
        </p:sp>
        <p:pic>
          <p:nvPicPr>
            <p:cNvPr id="23" name="Graphic 22">
              <a:extLst>
                <a:ext uri="{FF2B5EF4-FFF2-40B4-BE49-F238E27FC236}">
                  <a16:creationId xmlns:a16="http://schemas.microsoft.com/office/drawing/2014/main" id="{735F2AAD-CCEC-5DF0-1FE8-1551948925F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37113" y="1642389"/>
              <a:ext cx="365995" cy="365995"/>
            </a:xfrm>
            <a:prstGeom prst="rect">
              <a:avLst/>
            </a:prstGeom>
          </p:spPr>
        </p:pic>
      </p:grpSp>
      <p:sp>
        <p:nvSpPr>
          <p:cNvPr id="1047" name="Rounded Rectangle 10">
            <a:extLst>
              <a:ext uri="{FF2B5EF4-FFF2-40B4-BE49-F238E27FC236}">
                <a16:creationId xmlns:a16="http://schemas.microsoft.com/office/drawing/2014/main" id="{A08DCD47-E4EC-57E3-301B-B5959DB07F22}"/>
              </a:ext>
              <a:ext uri="{C183D7F6-B498-43B3-948B-1728B52AA6E4}">
                <adec:decorative xmlns:adec="http://schemas.microsoft.com/office/drawing/2017/decorative" val="1"/>
              </a:ext>
            </a:extLst>
          </p:cNvPr>
          <p:cNvSpPr/>
          <p:nvPr/>
        </p:nvSpPr>
        <p:spPr bwMode="auto">
          <a:xfrm>
            <a:off x="2344797" y="2523959"/>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sp>
        <p:nvSpPr>
          <p:cNvPr id="20" name="Text Placeholder 2">
            <a:extLst>
              <a:ext uri="{FF2B5EF4-FFF2-40B4-BE49-F238E27FC236}">
                <a16:creationId xmlns:a16="http://schemas.microsoft.com/office/drawing/2014/main" id="{1428236F-D1C4-CDB2-D8DD-701E6AAB4389}"/>
              </a:ext>
            </a:extLst>
          </p:cNvPr>
          <p:cNvSpPr txBox="1">
            <a:spLocks/>
          </p:cNvSpPr>
          <p:nvPr/>
        </p:nvSpPr>
        <p:spPr>
          <a:xfrm>
            <a:off x="2340304" y="3169414"/>
            <a:ext cx="723771" cy="1384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Databases</a:t>
            </a:r>
          </a:p>
        </p:txBody>
      </p:sp>
      <p:pic>
        <p:nvPicPr>
          <p:cNvPr id="24" name="Picture 23" descr="Purple databases icon">
            <a:extLst>
              <a:ext uri="{FF2B5EF4-FFF2-40B4-BE49-F238E27FC236}">
                <a16:creationId xmlns:a16="http://schemas.microsoft.com/office/drawing/2014/main" id="{991B1FEC-0E3C-8D6E-6345-77EB0A091969}"/>
              </a:ext>
            </a:extLst>
          </p:cNvPr>
          <p:cNvPicPr>
            <a:picLocks noChangeAspect="1"/>
          </p:cNvPicPr>
          <p:nvPr/>
        </p:nvPicPr>
        <p:blipFill>
          <a:blip r:embed="rId15" cstate="screen">
            <a:extLst>
              <a:ext uri="{28A0092B-C50C-407E-A947-70E740481C1C}">
                <a14:useLocalDpi xmlns:a14="http://schemas.microsoft.com/office/drawing/2010/main" val="0"/>
              </a:ext>
            </a:extLst>
          </a:blip>
          <a:stretch>
            <a:fillRect/>
          </a:stretch>
        </p:blipFill>
        <p:spPr>
          <a:xfrm>
            <a:off x="2563152" y="2682917"/>
            <a:ext cx="278073" cy="278073"/>
          </a:xfrm>
          <a:prstGeom prst="rect">
            <a:avLst/>
          </a:prstGeom>
        </p:spPr>
      </p:pic>
      <p:sp>
        <p:nvSpPr>
          <p:cNvPr id="8" name="Rounded Rectangle 39">
            <a:extLst>
              <a:ext uri="{FF2B5EF4-FFF2-40B4-BE49-F238E27FC236}">
                <a16:creationId xmlns:a16="http://schemas.microsoft.com/office/drawing/2014/main" id="{BE1E6BF4-2201-E6C2-A3B1-50F98E6F458F}"/>
              </a:ext>
              <a:ext uri="{C183D7F6-B498-43B3-948B-1728B52AA6E4}">
                <adec:decorative xmlns:adec="http://schemas.microsoft.com/office/drawing/2017/decorative" val="1"/>
              </a:ext>
            </a:extLst>
          </p:cNvPr>
          <p:cNvSpPr/>
          <p:nvPr/>
        </p:nvSpPr>
        <p:spPr bwMode="auto">
          <a:xfrm>
            <a:off x="5736552" y="2527013"/>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sp>
        <p:nvSpPr>
          <p:cNvPr id="1065" name="Text Placeholder 2">
            <a:extLst>
              <a:ext uri="{FF2B5EF4-FFF2-40B4-BE49-F238E27FC236}">
                <a16:creationId xmlns:a16="http://schemas.microsoft.com/office/drawing/2014/main" id="{FA024687-DA26-6469-A80D-210C00D017CB}"/>
              </a:ext>
            </a:extLst>
          </p:cNvPr>
          <p:cNvSpPr txBox="1">
            <a:spLocks/>
          </p:cNvSpPr>
          <p:nvPr/>
        </p:nvSpPr>
        <p:spPr>
          <a:xfrm>
            <a:off x="5735514" y="3040002"/>
            <a:ext cx="718912"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Industry Solutions</a:t>
            </a:r>
          </a:p>
        </p:txBody>
      </p:sp>
      <p:pic>
        <p:nvPicPr>
          <p:cNvPr id="19" name="Picture 18">
            <a:extLst>
              <a:ext uri="{FF2B5EF4-FFF2-40B4-BE49-F238E27FC236}">
                <a16:creationId xmlns:a16="http://schemas.microsoft.com/office/drawing/2014/main" id="{15BD7780-82C5-7FEE-FB56-8F9CF506972C}"/>
              </a:ext>
              <a:ext uri="{C183D7F6-B498-43B3-948B-1728B52AA6E4}">
                <adec:decorative xmlns:adec="http://schemas.microsoft.com/office/drawing/2017/decorative" val="1"/>
              </a:ext>
            </a:extLst>
          </p:cNvPr>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5922174" y="2645343"/>
            <a:ext cx="352464" cy="351556"/>
          </a:xfrm>
          <a:prstGeom prst="rect">
            <a:avLst/>
          </a:prstGeom>
        </p:spPr>
      </p:pic>
    </p:spTree>
    <p:extLst>
      <p:ext uri="{BB962C8B-B14F-4D97-AF65-F5344CB8AC3E}">
        <p14:creationId xmlns:p14="http://schemas.microsoft.com/office/powerpoint/2010/main" val="343364851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E6BFE9-BFEC-CD70-1348-2F4AC44BB11D}"/>
              </a:ext>
            </a:extLst>
          </p:cNvPr>
          <p:cNvSpPr>
            <a:spLocks noGrp="1"/>
          </p:cNvSpPr>
          <p:nvPr>
            <p:ph type="title" idx="4294967295"/>
          </p:nvPr>
        </p:nvSpPr>
        <p:spPr>
          <a:xfrm>
            <a:off x="596900" y="2729707"/>
            <a:ext cx="3613150" cy="1398587"/>
          </a:xfrm>
          <a:prstGeom prst="rect">
            <a:avLst/>
          </a:prstGeom>
        </p:spPr>
        <p:txBody>
          <a:bodyPr anchor="ctr">
            <a:noAutofit/>
          </a:bodyPr>
          <a:lstStyle/>
          <a:p>
            <a:pPr>
              <a:spcBef>
                <a:spcPts val="1000"/>
              </a:spcBef>
              <a:buFont typeface="Arial" panose="020B0604020202020204" pitchFamily="34" charset="0"/>
            </a:pPr>
            <a:r>
              <a:rPr lang="en-US">
                <a:solidFill>
                  <a:schemeClr val="accent4"/>
                </a:solidFill>
                <a:ea typeface="+mn-ea"/>
              </a:rPr>
              <a:t>Data Factory</a:t>
            </a:r>
          </a:p>
        </p:txBody>
      </p:sp>
      <p:pic>
        <p:nvPicPr>
          <p:cNvPr id="3" name="Picture 2">
            <a:extLst>
              <a:ext uri="{FF2B5EF4-FFF2-40B4-BE49-F238E27FC236}">
                <a16:creationId xmlns:a16="http://schemas.microsoft.com/office/drawing/2014/main" id="{CE114289-8992-6C43-ABA2-B0B3F7483D7A}"/>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r="237"/>
          <a:stretch/>
        </p:blipFill>
        <p:spPr>
          <a:xfrm>
            <a:off x="5455889" y="170708"/>
            <a:ext cx="6488461" cy="6516585"/>
          </a:xfrm>
          <a:prstGeom prst="rect">
            <a:avLst/>
          </a:prstGeom>
        </p:spPr>
      </p:pic>
      <p:sp>
        <p:nvSpPr>
          <p:cNvPr id="5" name="Slide Number Placeholder 6">
            <a:extLst>
              <a:ext uri="{FF2B5EF4-FFF2-40B4-BE49-F238E27FC236}">
                <a16:creationId xmlns:a16="http://schemas.microsoft.com/office/drawing/2014/main" id="{D07506E7-3EB5-A9B1-A0A0-F3B5DD28AD64}"/>
              </a:ext>
            </a:extLst>
          </p:cNvPr>
          <p:cNvSpPr>
            <a:spLocks noGrp="1"/>
          </p:cNvSpPr>
          <p:nvPr>
            <p:ph type="sldNum" sz="quarter" idx="10"/>
          </p:nvPr>
        </p:nvSpPr>
        <p:spPr>
          <a:xfrm>
            <a:off x="612571" y="6309519"/>
            <a:ext cx="399288" cy="365125"/>
          </a:xfrm>
        </p:spPr>
        <p:txBody>
          <a:bodyPr/>
          <a:lstStyle/>
          <a:p>
            <a:fld id="{B1356FBF-028C-F74E-A7B4-9B8ED246DD1B}" type="slidenum">
              <a:rPr lang="en-US" smtClean="0"/>
              <a:pPr/>
              <a:t>6</a:t>
            </a:fld>
            <a:endParaRPr lang="en-US"/>
          </a:p>
        </p:txBody>
      </p:sp>
      <p:sp>
        <p:nvSpPr>
          <p:cNvPr id="4" name="Footer Placeholder 5">
            <a:extLst>
              <a:ext uri="{FF2B5EF4-FFF2-40B4-BE49-F238E27FC236}">
                <a16:creationId xmlns:a16="http://schemas.microsoft.com/office/drawing/2014/main" id="{F754B27E-FC75-4995-FD3A-A601EFB1DDEF}"/>
              </a:ext>
            </a:extLst>
          </p:cNvPr>
          <p:cNvSpPr>
            <a:spLocks noGrp="1"/>
          </p:cNvSpPr>
          <p:nvPr>
            <p:ph type="ftr" sz="quarter" idx="11"/>
          </p:nvPr>
        </p:nvSpPr>
        <p:spPr>
          <a:xfrm>
            <a:off x="1011859" y="6309519"/>
            <a:ext cx="2078736" cy="365125"/>
          </a:xfrm>
        </p:spPr>
        <p:txBody>
          <a:bodyPr/>
          <a:lstStyle/>
          <a:p>
            <a:r>
              <a:rPr lang="en-US"/>
              <a:t>Microsoft Fabric</a:t>
            </a:r>
          </a:p>
        </p:txBody>
      </p:sp>
    </p:spTree>
    <p:extLst>
      <p:ext uri="{BB962C8B-B14F-4D97-AF65-F5344CB8AC3E}">
        <p14:creationId xmlns:p14="http://schemas.microsoft.com/office/powerpoint/2010/main" val="2762256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A10F98CB-6C5F-6A7F-D602-7618DCAC3EA5}"/>
              </a:ext>
              <a:ext uri="{C183D7F6-B498-43B3-948B-1728B52AA6E4}">
                <adec:decorative xmlns:adec="http://schemas.microsoft.com/office/drawing/2017/decorative" val="1"/>
              </a:ext>
            </a:extLst>
          </p:cNvPr>
          <p:cNvPicPr>
            <a:picLocks noChangeAspect="1"/>
          </p:cNvPicPr>
          <p:nvPr/>
        </p:nvPicPr>
        <p:blipFill rotWithShape="1">
          <a:blip r:embed="rId3" cstate="screen">
            <a:alphaModFix amt="62000"/>
            <a:extLst>
              <a:ext uri="{28A0092B-C50C-407E-A947-70E740481C1C}">
                <a14:useLocalDpi xmlns:a14="http://schemas.microsoft.com/office/drawing/2010/main" val="0"/>
              </a:ext>
            </a:extLst>
          </a:blip>
          <a:srcRect/>
          <a:stretch/>
        </p:blipFill>
        <p:spPr>
          <a:xfrm flipV="1">
            <a:off x="8334651" y="0"/>
            <a:ext cx="3857349" cy="6050762"/>
          </a:xfrm>
          <a:prstGeom prst="rect">
            <a:avLst/>
          </a:prstGeom>
        </p:spPr>
      </p:pic>
      <p:sp>
        <p:nvSpPr>
          <p:cNvPr id="45" name="Title 44">
            <a:extLst>
              <a:ext uri="{FF2B5EF4-FFF2-40B4-BE49-F238E27FC236}">
                <a16:creationId xmlns:a16="http://schemas.microsoft.com/office/drawing/2014/main" id="{02546460-D127-E7A9-CDF5-7519624D09F1}"/>
              </a:ext>
            </a:extLst>
          </p:cNvPr>
          <p:cNvSpPr>
            <a:spLocks noGrp="1"/>
          </p:cNvSpPr>
          <p:nvPr>
            <p:ph type="title"/>
          </p:nvPr>
        </p:nvSpPr>
        <p:spPr/>
        <p:txBody>
          <a:bodyPr/>
          <a:lstStyle/>
          <a:p>
            <a:r>
              <a:rPr lang="en-US" noProof="0"/>
              <a:t>Data Factory scenario</a:t>
            </a:r>
            <a:endParaRPr lang="en-US"/>
          </a:p>
        </p:txBody>
      </p:sp>
      <p:pic>
        <p:nvPicPr>
          <p:cNvPr id="3" name="Picture 2" descr="Data Integration logo">
            <a:extLst>
              <a:ext uri="{FF2B5EF4-FFF2-40B4-BE49-F238E27FC236}">
                <a16:creationId xmlns:a16="http://schemas.microsoft.com/office/drawing/2014/main" id="{163BC215-94D0-BB15-5B7A-2281DCE8767A}"/>
              </a:ext>
            </a:extLst>
          </p:cNvPr>
          <p:cNvPicPr>
            <a:picLocks noChangeAspect="1"/>
          </p:cNvPicPr>
          <p:nvPr/>
        </p:nvPicPr>
        <p:blipFill>
          <a:blip r:embed="rId4"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62" name="Text Placeholder 2">
            <a:extLst>
              <a:ext uri="{FF2B5EF4-FFF2-40B4-BE49-F238E27FC236}">
                <a16:creationId xmlns:a16="http://schemas.microsoft.com/office/drawing/2014/main" id="{8783745E-21B8-798A-05B0-8788A7FB69F2}"/>
              </a:ext>
            </a:extLst>
          </p:cNvPr>
          <p:cNvSpPr txBox="1">
            <a:spLocks/>
          </p:cNvSpPr>
          <p:nvPr/>
        </p:nvSpPr>
        <p:spPr>
          <a:xfrm>
            <a:off x="584199" y="1042980"/>
            <a:ext cx="11022583" cy="276999"/>
          </a:xfrm>
          <a:prstGeom prst="rect">
            <a:avLst/>
          </a:prstGeom>
        </p:spPr>
        <p:txBody>
          <a:bodyPr lIns="0" tIns="0" rIns="0" bIns="0">
            <a:spAutoFit/>
          </a:bodyPr>
          <a:lstStyle>
            <a:defPPr>
              <a:defRPr lang="en-US"/>
            </a:defPPr>
            <a:lvl1pPr marR="0" lvl="0" indent="0" defTabSz="932742" fontAlgn="auto">
              <a:lnSpc>
                <a:spcPct val="100000"/>
              </a:lnSpc>
              <a:spcBef>
                <a:spcPts val="0"/>
              </a:spcBef>
              <a:spcAft>
                <a:spcPts val="0"/>
              </a:spcAft>
              <a:buClrTx/>
              <a:buSzPct val="90000"/>
              <a:buFont typeface="Wingdings" panose="05000000000000000000" pitchFamily="2" charset="2"/>
              <a:buNone/>
              <a:tabLst/>
              <a:defRPr spc="0" baseline="0">
                <a:solidFill>
                  <a:schemeClr val="bg1"/>
                </a:solidFill>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End-to-end analytics scenario</a:t>
            </a:r>
          </a:p>
        </p:txBody>
      </p:sp>
      <p:grpSp>
        <p:nvGrpSpPr>
          <p:cNvPr id="34" name="Group 33" descr="Chart depicting data source (structured/unstructured), pointing to Ingestion (pipeline), pointing to Transform (dataflows gen 2), which points to orchestration and notification (pipeline) and store (lakehouse), which points to Expose (business intelligence)">
            <a:extLst>
              <a:ext uri="{FF2B5EF4-FFF2-40B4-BE49-F238E27FC236}">
                <a16:creationId xmlns:a16="http://schemas.microsoft.com/office/drawing/2014/main" id="{444F2B9C-A864-FD44-CCB3-7B7094F0706F}"/>
              </a:ext>
            </a:extLst>
          </p:cNvPr>
          <p:cNvGrpSpPr/>
          <p:nvPr/>
        </p:nvGrpSpPr>
        <p:grpSpPr>
          <a:xfrm>
            <a:off x="580006" y="1686308"/>
            <a:ext cx="11026776" cy="4257675"/>
            <a:chOff x="722031" y="1997894"/>
            <a:chExt cx="10747938" cy="4150009"/>
          </a:xfrm>
        </p:grpSpPr>
        <p:sp>
          <p:nvSpPr>
            <p:cNvPr id="7" name="Rounded Rectangle 13">
              <a:extLst>
                <a:ext uri="{FF2B5EF4-FFF2-40B4-BE49-F238E27FC236}">
                  <a16:creationId xmlns:a16="http://schemas.microsoft.com/office/drawing/2014/main" id="{BB1D4F84-FE02-E543-1CB2-5D8C853F8EF7}"/>
                </a:ext>
                <a:ext uri="{C183D7F6-B498-43B3-948B-1728B52AA6E4}">
                  <adec:decorative xmlns:adec="http://schemas.microsoft.com/office/drawing/2017/decorative" val="1"/>
                </a:ext>
              </a:extLst>
            </p:cNvPr>
            <p:cNvSpPr/>
            <p:nvPr/>
          </p:nvSpPr>
          <p:spPr>
            <a:xfrm>
              <a:off x="722031" y="1997894"/>
              <a:ext cx="10747938" cy="4150009"/>
            </a:xfrm>
            <a:prstGeom prst="roundRect">
              <a:avLst>
                <a:gd name="adj" fmla="val 3347"/>
              </a:avLst>
            </a:prstGeom>
            <a:solidFill>
              <a:srgbClr val="FFFDF9"/>
            </a:solidFill>
            <a:ln w="19050" cap="flat">
              <a:gradFill>
                <a:gsLst>
                  <a:gs pos="0">
                    <a:srgbClr val="49C5B1"/>
                  </a:gs>
                  <a:gs pos="100000">
                    <a:srgbClr val="C03BC3"/>
                  </a:gs>
                </a:gsLst>
                <a:lin ang="5400000" scaled="1"/>
              </a:gradFill>
              <a:prstDash val="solid"/>
              <a:miter/>
            </a:ln>
            <a:effectLst>
              <a:outerShdw blurRad="50800" dist="38100" dir="2700000" algn="tl" rotWithShape="0">
                <a:prstClr val="black">
                  <a:alpha val="20000"/>
                </a:prstClr>
              </a:outerShdw>
            </a:effectLst>
          </p:spPr>
          <p:txBody>
            <a:bodyPr lIns="73152" r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1919"/>
                </a:solidFill>
                <a:effectLst/>
                <a:uLnTx/>
                <a:uFillTx/>
                <a:latin typeface="Segoe Sans Display" pitchFamily="2" charset="0"/>
                <a:cs typeface="Segoe Sans Display" pitchFamily="2" charset="0"/>
              </a:endParaRPr>
            </a:p>
          </p:txBody>
        </p:sp>
        <p:grpSp>
          <p:nvGrpSpPr>
            <p:cNvPr id="43" name="Group 42">
              <a:extLst>
                <a:ext uri="{FF2B5EF4-FFF2-40B4-BE49-F238E27FC236}">
                  <a16:creationId xmlns:a16="http://schemas.microsoft.com/office/drawing/2014/main" id="{9047FF2D-9739-06F8-4677-A5FF70FE6B91}"/>
                </a:ext>
                <a:ext uri="{C183D7F6-B498-43B3-948B-1728B52AA6E4}">
                  <adec:decorative xmlns:adec="http://schemas.microsoft.com/office/drawing/2017/decorative" val="1"/>
                </a:ext>
              </a:extLst>
            </p:cNvPr>
            <p:cNvGrpSpPr/>
            <p:nvPr/>
          </p:nvGrpSpPr>
          <p:grpSpPr>
            <a:xfrm>
              <a:off x="1088447" y="2271352"/>
              <a:ext cx="10041160" cy="3579609"/>
              <a:chOff x="1222749" y="2271352"/>
              <a:chExt cx="10041160" cy="3579609"/>
            </a:xfrm>
          </p:grpSpPr>
          <p:sp>
            <p:nvSpPr>
              <p:cNvPr id="8" name="TextBox 7">
                <a:extLst>
                  <a:ext uri="{FF2B5EF4-FFF2-40B4-BE49-F238E27FC236}">
                    <a16:creationId xmlns:a16="http://schemas.microsoft.com/office/drawing/2014/main" id="{D9FCD5CA-49AD-BA40-AA74-1390D82EBFDE}"/>
                  </a:ext>
                </a:extLst>
              </p:cNvPr>
              <p:cNvSpPr txBox="1"/>
              <p:nvPr/>
            </p:nvSpPr>
            <p:spPr>
              <a:xfrm>
                <a:off x="1321590" y="2271352"/>
                <a:ext cx="1111601" cy="23999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effectLst/>
                    <a:uLnTx/>
                    <a:uFillTx/>
                    <a:latin typeface="Segoe Sans Display Semibold" pitchFamily="2" charset="0"/>
                    <a:cs typeface="Segoe Sans Display Semibold" pitchFamily="2" charset="0"/>
                  </a:rPr>
                  <a:t>Data Source</a:t>
                </a:r>
              </a:p>
            </p:txBody>
          </p:sp>
          <p:grpSp>
            <p:nvGrpSpPr>
              <p:cNvPr id="9" name="Group 8">
                <a:extLst>
                  <a:ext uri="{FF2B5EF4-FFF2-40B4-BE49-F238E27FC236}">
                    <a16:creationId xmlns:a16="http://schemas.microsoft.com/office/drawing/2014/main" id="{F986F2D7-65F3-0340-A782-9EEAE8A97202}"/>
                  </a:ext>
                </a:extLst>
              </p:cNvPr>
              <p:cNvGrpSpPr/>
              <p:nvPr/>
            </p:nvGrpSpPr>
            <p:grpSpPr>
              <a:xfrm>
                <a:off x="1222749" y="3673510"/>
                <a:ext cx="1309289" cy="1067118"/>
                <a:chOff x="889360" y="3509388"/>
                <a:chExt cx="1309289" cy="1067118"/>
              </a:xfrm>
            </p:grpSpPr>
            <p:pic>
              <p:nvPicPr>
                <p:cNvPr id="10" name="Picture 9" descr="Icon of files">
                  <a:extLst>
                    <a:ext uri="{FF2B5EF4-FFF2-40B4-BE49-F238E27FC236}">
                      <a16:creationId xmlns:a16="http://schemas.microsoft.com/office/drawing/2014/main" id="{82019081-D3FA-774F-8940-8C8C29AF7317}"/>
                    </a:ext>
                  </a:extLst>
                </p:cNvPr>
                <p:cNvPicPr>
                  <a:picLocks noChangeAspect="1"/>
                </p:cNvPicPr>
                <p:nvPr/>
              </p:nvPicPr>
              <p:blipFill>
                <a:blip r:embed="rId5"/>
                <a:stretch>
                  <a:fillRect/>
                </a:stretch>
              </p:blipFill>
              <p:spPr>
                <a:xfrm>
                  <a:off x="1347152" y="4259006"/>
                  <a:ext cx="393700" cy="317500"/>
                </a:xfrm>
                <a:prstGeom prst="rect">
                  <a:avLst/>
                </a:prstGeom>
              </p:spPr>
            </p:pic>
            <p:sp>
              <p:nvSpPr>
                <p:cNvPr id="11" name="TextBox 10">
                  <a:extLst>
                    <a:ext uri="{FF2B5EF4-FFF2-40B4-BE49-F238E27FC236}">
                      <a16:creationId xmlns:a16="http://schemas.microsoft.com/office/drawing/2014/main" id="{F4D00835-4551-CC4E-A700-0EFEF2CE5D16}"/>
                    </a:ext>
                  </a:extLst>
                </p:cNvPr>
                <p:cNvSpPr txBox="1"/>
                <p:nvPr/>
              </p:nvSpPr>
              <p:spPr>
                <a:xfrm>
                  <a:off x="889360" y="3509388"/>
                  <a:ext cx="1309289"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cs typeface="Segoe Sans Display" pitchFamily="2" charset="0"/>
                    </a:rPr>
                    <a:t>Structured / Unstructured</a:t>
                  </a:r>
                </a:p>
              </p:txBody>
            </p:sp>
          </p:grpSp>
          <p:sp>
            <p:nvSpPr>
              <p:cNvPr id="12" name="TextBox 11">
                <a:extLst>
                  <a:ext uri="{FF2B5EF4-FFF2-40B4-BE49-F238E27FC236}">
                    <a16:creationId xmlns:a16="http://schemas.microsoft.com/office/drawing/2014/main" id="{9EA04E5B-3CB7-2C42-A8DA-BA86EC10727D}"/>
                  </a:ext>
                </a:extLst>
              </p:cNvPr>
              <p:cNvSpPr txBox="1"/>
              <p:nvPr/>
            </p:nvSpPr>
            <p:spPr>
              <a:xfrm>
                <a:off x="3753115" y="2271352"/>
                <a:ext cx="851544" cy="23999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effectLst/>
                    <a:uLnTx/>
                    <a:uFillTx/>
                    <a:latin typeface="Segoe Sans Display Semibold" pitchFamily="2" charset="0"/>
                    <a:cs typeface="Segoe Sans Display Semibold" pitchFamily="2" charset="0"/>
                  </a:rPr>
                  <a:t>Ingestion</a:t>
                </a:r>
              </a:p>
            </p:txBody>
          </p:sp>
          <p:sp>
            <p:nvSpPr>
              <p:cNvPr id="13" name="TextBox 12">
                <a:extLst>
                  <a:ext uri="{FF2B5EF4-FFF2-40B4-BE49-F238E27FC236}">
                    <a16:creationId xmlns:a16="http://schemas.microsoft.com/office/drawing/2014/main" id="{37CCE999-52C3-134E-B7CA-A37EEC87B9D9}"/>
                  </a:ext>
                </a:extLst>
              </p:cNvPr>
              <p:cNvSpPr txBox="1"/>
              <p:nvPr/>
            </p:nvSpPr>
            <p:spPr>
              <a:xfrm>
                <a:off x="3882799" y="3688092"/>
                <a:ext cx="592175" cy="20999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cs typeface="Segoe Sans Display" pitchFamily="2" charset="0"/>
                  </a:rPr>
                  <a:t>Pipeline</a:t>
                </a:r>
              </a:p>
            </p:txBody>
          </p:sp>
          <p:sp>
            <p:nvSpPr>
              <p:cNvPr id="14" name="TextBox 13">
                <a:extLst>
                  <a:ext uri="{FF2B5EF4-FFF2-40B4-BE49-F238E27FC236}">
                    <a16:creationId xmlns:a16="http://schemas.microsoft.com/office/drawing/2014/main" id="{47806971-4701-A541-8527-2D36A628DF1F}"/>
                  </a:ext>
                </a:extLst>
              </p:cNvPr>
              <p:cNvSpPr txBox="1"/>
              <p:nvPr/>
            </p:nvSpPr>
            <p:spPr>
              <a:xfrm>
                <a:off x="10170964" y="2271352"/>
                <a:ext cx="637486" cy="23999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effectLst/>
                    <a:uLnTx/>
                    <a:uFillTx/>
                    <a:latin typeface="Segoe Sans Display Semibold" pitchFamily="2" charset="0"/>
                    <a:cs typeface="Segoe Sans Display Semibold" pitchFamily="2" charset="0"/>
                  </a:rPr>
                  <a:t>Expose</a:t>
                </a:r>
              </a:p>
            </p:txBody>
          </p:sp>
          <p:sp>
            <p:nvSpPr>
              <p:cNvPr id="15" name="TextBox 14">
                <a:extLst>
                  <a:ext uri="{FF2B5EF4-FFF2-40B4-BE49-F238E27FC236}">
                    <a16:creationId xmlns:a16="http://schemas.microsoft.com/office/drawing/2014/main" id="{38F4B4B0-7D79-2446-87CE-790DB3C7707C}"/>
                  </a:ext>
                </a:extLst>
              </p:cNvPr>
              <p:cNvSpPr txBox="1"/>
              <p:nvPr/>
            </p:nvSpPr>
            <p:spPr>
              <a:xfrm>
                <a:off x="9715504" y="3667348"/>
                <a:ext cx="1548405" cy="20999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cs typeface="Segoe Sans Display" pitchFamily="2" charset="0"/>
                  </a:rPr>
                  <a:t>Business Intelligence</a:t>
                </a:r>
              </a:p>
            </p:txBody>
          </p:sp>
          <p:sp>
            <p:nvSpPr>
              <p:cNvPr id="16" name="TextBox 15">
                <a:extLst>
                  <a:ext uri="{FF2B5EF4-FFF2-40B4-BE49-F238E27FC236}">
                    <a16:creationId xmlns:a16="http://schemas.microsoft.com/office/drawing/2014/main" id="{EC50963A-E152-084E-9A2C-BF584AFD46A3}"/>
                  </a:ext>
                </a:extLst>
              </p:cNvPr>
              <p:cNvSpPr txBox="1"/>
              <p:nvPr/>
            </p:nvSpPr>
            <p:spPr>
              <a:xfrm>
                <a:off x="8042171" y="2271352"/>
                <a:ext cx="487115" cy="23999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effectLst/>
                    <a:uLnTx/>
                    <a:uFillTx/>
                    <a:latin typeface="Segoe Sans Display Semibold" pitchFamily="2" charset="0"/>
                    <a:cs typeface="Segoe Sans Display Semibold" pitchFamily="2" charset="0"/>
                  </a:rPr>
                  <a:t>Store</a:t>
                </a:r>
              </a:p>
            </p:txBody>
          </p:sp>
          <p:pic>
            <p:nvPicPr>
              <p:cNvPr id="17" name="Picture 16" descr="Icon of two houses with triangle roofs">
                <a:extLst>
                  <a:ext uri="{FF2B5EF4-FFF2-40B4-BE49-F238E27FC236}">
                    <a16:creationId xmlns:a16="http://schemas.microsoft.com/office/drawing/2014/main" id="{E8D88628-2387-6349-9847-93B63A77AAC9}"/>
                  </a:ext>
                </a:extLst>
              </p:cNvPr>
              <p:cNvPicPr>
                <a:picLocks noChangeAspect="1"/>
              </p:cNvPicPr>
              <p:nvPr/>
            </p:nvPicPr>
            <p:blipFill>
              <a:blip r:embed="rId6"/>
              <a:stretch>
                <a:fillRect/>
              </a:stretch>
            </p:blipFill>
            <p:spPr>
              <a:xfrm>
                <a:off x="8012678" y="2853868"/>
                <a:ext cx="546100" cy="444500"/>
              </a:xfrm>
              <a:prstGeom prst="rect">
                <a:avLst/>
              </a:prstGeom>
            </p:spPr>
          </p:pic>
          <p:sp>
            <p:nvSpPr>
              <p:cNvPr id="18" name="TextBox 17">
                <a:extLst>
                  <a:ext uri="{FF2B5EF4-FFF2-40B4-BE49-F238E27FC236}">
                    <a16:creationId xmlns:a16="http://schemas.microsoft.com/office/drawing/2014/main" id="{AC8FAD06-9BFF-2745-A92B-EFDC630C10C0}"/>
                  </a:ext>
                </a:extLst>
              </p:cNvPr>
              <p:cNvSpPr txBox="1"/>
              <p:nvPr/>
            </p:nvSpPr>
            <p:spPr>
              <a:xfrm>
                <a:off x="7891017" y="3688091"/>
                <a:ext cx="789422" cy="20999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cs typeface="Segoe Sans Display" pitchFamily="2" charset="0"/>
                  </a:rPr>
                  <a:t>Lakehouse</a:t>
                </a:r>
              </a:p>
            </p:txBody>
          </p:sp>
          <p:sp>
            <p:nvSpPr>
              <p:cNvPr id="19" name="TextBox 18">
                <a:extLst>
                  <a:ext uri="{FF2B5EF4-FFF2-40B4-BE49-F238E27FC236}">
                    <a16:creationId xmlns:a16="http://schemas.microsoft.com/office/drawing/2014/main" id="{29EA634B-3DDE-554E-9389-C8A8A81C9607}"/>
                  </a:ext>
                </a:extLst>
              </p:cNvPr>
              <p:cNvSpPr txBox="1"/>
              <p:nvPr/>
            </p:nvSpPr>
            <p:spPr>
              <a:xfrm>
                <a:off x="5476691" y="3688091"/>
                <a:ext cx="1512426"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cs typeface="Segoe Sans Display" pitchFamily="2" charset="0"/>
                  </a:rPr>
                  <a:t>Dataflows Gen2</a:t>
                </a:r>
              </a:p>
            </p:txBody>
          </p:sp>
          <p:sp>
            <p:nvSpPr>
              <p:cNvPr id="20" name="TextBox 19">
                <a:extLst>
                  <a:ext uri="{FF2B5EF4-FFF2-40B4-BE49-F238E27FC236}">
                    <a16:creationId xmlns:a16="http://schemas.microsoft.com/office/drawing/2014/main" id="{502E147C-F951-6A46-BE77-A22D288CD54F}"/>
                  </a:ext>
                </a:extLst>
              </p:cNvPr>
              <p:cNvSpPr txBox="1"/>
              <p:nvPr/>
            </p:nvSpPr>
            <p:spPr>
              <a:xfrm>
                <a:off x="5770508" y="2271352"/>
                <a:ext cx="924793" cy="23999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effectLst/>
                    <a:uLnTx/>
                    <a:uFillTx/>
                    <a:latin typeface="Segoe Sans Display Semibold" pitchFamily="2" charset="0"/>
                    <a:cs typeface="Segoe Sans Display Semibold" pitchFamily="2" charset="0"/>
                  </a:rPr>
                  <a:t>Transform</a:t>
                </a:r>
              </a:p>
            </p:txBody>
          </p:sp>
          <p:cxnSp>
            <p:nvCxnSpPr>
              <p:cNvPr id="21" name="Straight Arrow Connector 20">
                <a:extLst>
                  <a:ext uri="{FF2B5EF4-FFF2-40B4-BE49-F238E27FC236}">
                    <a16:creationId xmlns:a16="http://schemas.microsoft.com/office/drawing/2014/main" id="{91E6D45F-3509-C945-A73F-FA686EE3F355}"/>
                  </a:ext>
                </a:extLst>
              </p:cNvPr>
              <p:cNvCxnSpPr>
                <a:cxnSpLocks/>
              </p:cNvCxnSpPr>
              <p:nvPr/>
            </p:nvCxnSpPr>
            <p:spPr>
              <a:xfrm>
                <a:off x="2747009" y="3088054"/>
                <a:ext cx="661923" cy="0"/>
              </a:xfrm>
              <a:prstGeom prst="straightConnector1">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EECFDB4-CFB5-AA4B-A8C5-BBDBAD415EC2}"/>
                  </a:ext>
                </a:extLst>
              </p:cNvPr>
              <p:cNvCxnSpPr>
                <a:cxnSpLocks/>
              </p:cNvCxnSpPr>
              <p:nvPr/>
            </p:nvCxnSpPr>
            <p:spPr>
              <a:xfrm>
                <a:off x="6232904" y="4035777"/>
                <a:ext cx="0" cy="476250"/>
              </a:xfrm>
              <a:prstGeom prst="straightConnector1">
                <a:avLst/>
              </a:prstGeom>
              <a:ln w="38100">
                <a:solidFill>
                  <a:srgbClr val="117865"/>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Database outline">
                <a:extLst>
                  <a:ext uri="{FF2B5EF4-FFF2-40B4-BE49-F238E27FC236}">
                    <a16:creationId xmlns:a16="http://schemas.microsoft.com/office/drawing/2014/main" id="{FCAD69B5-90A6-844B-ABD1-9A88C90AA4B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8840" y="2834818"/>
                <a:ext cx="637103" cy="637103"/>
              </a:xfrm>
              <a:prstGeom prst="rect">
                <a:avLst/>
              </a:prstGeom>
            </p:spPr>
          </p:pic>
          <p:pic>
            <p:nvPicPr>
              <p:cNvPr id="24" name="Graphic 23" descr="Icon of a horizontal cylinder ">
                <a:extLst>
                  <a:ext uri="{FF2B5EF4-FFF2-40B4-BE49-F238E27FC236}">
                    <a16:creationId xmlns:a16="http://schemas.microsoft.com/office/drawing/2014/main" id="{302651D1-4BF1-7A47-B567-2825BB674F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90488" y="2922496"/>
                <a:ext cx="376797" cy="388572"/>
              </a:xfrm>
              <a:prstGeom prst="rect">
                <a:avLst/>
              </a:prstGeom>
            </p:spPr>
          </p:pic>
          <p:pic>
            <p:nvPicPr>
              <p:cNvPr id="25" name="Graphic 24" descr="Signal with solid fill">
                <a:extLst>
                  <a:ext uri="{FF2B5EF4-FFF2-40B4-BE49-F238E27FC236}">
                    <a16:creationId xmlns:a16="http://schemas.microsoft.com/office/drawing/2014/main" id="{98A8CAA3-F491-704A-921E-87C2CCEC82E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126333" y="2611576"/>
                <a:ext cx="726749" cy="726749"/>
              </a:xfrm>
              <a:prstGeom prst="rect">
                <a:avLst/>
              </a:prstGeom>
            </p:spPr>
          </p:pic>
          <p:pic>
            <p:nvPicPr>
              <p:cNvPr id="27" name="Graphic 26" descr="Icon of three dots connected by a line">
                <a:extLst>
                  <a:ext uri="{FF2B5EF4-FFF2-40B4-BE49-F238E27FC236}">
                    <a16:creationId xmlns:a16="http://schemas.microsoft.com/office/drawing/2014/main" id="{34B6A002-67F0-AD4A-933E-BECD996C7A5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080503" y="2973756"/>
                <a:ext cx="304800" cy="314325"/>
              </a:xfrm>
              <a:prstGeom prst="rect">
                <a:avLst/>
              </a:prstGeom>
            </p:spPr>
          </p:pic>
          <p:sp>
            <p:nvSpPr>
              <p:cNvPr id="30" name="TextBox 29">
                <a:extLst>
                  <a:ext uri="{FF2B5EF4-FFF2-40B4-BE49-F238E27FC236}">
                    <a16:creationId xmlns:a16="http://schemas.microsoft.com/office/drawing/2014/main" id="{86965B2A-2E60-314E-B086-498477CFFA2F}"/>
                  </a:ext>
                </a:extLst>
              </p:cNvPr>
              <p:cNvSpPr txBox="1"/>
              <p:nvPr/>
            </p:nvSpPr>
            <p:spPr>
              <a:xfrm>
                <a:off x="4737745" y="4632784"/>
                <a:ext cx="2990318" cy="246221"/>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60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Orchestration &amp; Notification</a:t>
                </a:r>
              </a:p>
            </p:txBody>
          </p:sp>
          <p:pic>
            <p:nvPicPr>
              <p:cNvPr id="31" name="Graphic 30" descr="Icon of a horizontal cylinder ">
                <a:extLst>
                  <a:ext uri="{FF2B5EF4-FFF2-40B4-BE49-F238E27FC236}">
                    <a16:creationId xmlns:a16="http://schemas.microsoft.com/office/drawing/2014/main" id="{5A507A4D-4BE0-E748-842B-8DCD80FFA10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44505" y="5077840"/>
                <a:ext cx="376797" cy="388572"/>
              </a:xfrm>
              <a:prstGeom prst="rect">
                <a:avLst/>
              </a:prstGeom>
            </p:spPr>
          </p:pic>
          <p:sp>
            <p:nvSpPr>
              <p:cNvPr id="32" name="TextBox 31">
                <a:extLst>
                  <a:ext uri="{FF2B5EF4-FFF2-40B4-BE49-F238E27FC236}">
                    <a16:creationId xmlns:a16="http://schemas.microsoft.com/office/drawing/2014/main" id="{AD70B711-F55A-2249-88AE-35C6693EEA63}"/>
                  </a:ext>
                </a:extLst>
              </p:cNvPr>
              <p:cNvSpPr txBox="1"/>
              <p:nvPr/>
            </p:nvSpPr>
            <p:spPr>
              <a:xfrm>
                <a:off x="5893067" y="5610966"/>
                <a:ext cx="679673" cy="23999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Segoe Sans Display" pitchFamily="2" charset="0"/>
                  </a:rPr>
                  <a:t>Pipeline</a:t>
                </a:r>
              </a:p>
            </p:txBody>
          </p:sp>
          <p:cxnSp>
            <p:nvCxnSpPr>
              <p:cNvPr id="40" name="Straight Arrow Connector 39">
                <a:extLst>
                  <a:ext uri="{FF2B5EF4-FFF2-40B4-BE49-F238E27FC236}">
                    <a16:creationId xmlns:a16="http://schemas.microsoft.com/office/drawing/2014/main" id="{61E73F11-E68C-4695-8A25-B6710449AAEA}"/>
                  </a:ext>
                </a:extLst>
              </p:cNvPr>
              <p:cNvCxnSpPr>
                <a:cxnSpLocks/>
              </p:cNvCxnSpPr>
              <p:nvPr/>
            </p:nvCxnSpPr>
            <p:spPr>
              <a:xfrm>
                <a:off x="4943206" y="3088054"/>
                <a:ext cx="661923" cy="0"/>
              </a:xfrm>
              <a:prstGeom prst="straightConnector1">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C8CA09E-09D8-2F12-808F-8AF860AAA9BA}"/>
                  </a:ext>
                </a:extLst>
              </p:cNvPr>
              <p:cNvCxnSpPr>
                <a:cxnSpLocks/>
              </p:cNvCxnSpPr>
              <p:nvPr/>
            </p:nvCxnSpPr>
            <p:spPr>
              <a:xfrm>
                <a:off x="6943456" y="3088054"/>
                <a:ext cx="661923" cy="0"/>
              </a:xfrm>
              <a:prstGeom prst="straightConnector1">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52FF9D5-46EB-3C86-252B-4BE123CF7C78}"/>
                  </a:ext>
                </a:extLst>
              </p:cNvPr>
              <p:cNvCxnSpPr>
                <a:cxnSpLocks/>
              </p:cNvCxnSpPr>
              <p:nvPr/>
            </p:nvCxnSpPr>
            <p:spPr>
              <a:xfrm>
                <a:off x="9013955" y="3088054"/>
                <a:ext cx="661923" cy="0"/>
              </a:xfrm>
              <a:prstGeom prst="straightConnector1">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grpSp>
      <p:sp>
        <p:nvSpPr>
          <p:cNvPr id="6" name="Slide Number Placeholder 5">
            <a:extLst>
              <a:ext uri="{FF2B5EF4-FFF2-40B4-BE49-F238E27FC236}">
                <a16:creationId xmlns:a16="http://schemas.microsoft.com/office/drawing/2014/main" id="{71FF4A0A-FA69-F045-AA5B-FCEF9451C0C1}"/>
              </a:ext>
            </a:extLst>
          </p:cNvPr>
          <p:cNvSpPr>
            <a:spLocks noGrp="1"/>
          </p:cNvSpPr>
          <p:nvPr>
            <p:ph type="sldNum" sz="quarter" idx="11"/>
          </p:nvPr>
        </p:nvSpPr>
        <p:spPr>
          <a:xfrm>
            <a:off x="612571" y="6309519"/>
            <a:ext cx="399288" cy="365125"/>
          </a:xfrm>
        </p:spPr>
        <p:txBody>
          <a:bodyPr/>
          <a:lstStyle/>
          <a:p>
            <a:pPr lvl="0"/>
            <a:fld id="{B1356FBF-028C-F74E-A7B4-9B8ED246DD1B}" type="slidenum">
              <a:rPr lang="en-US" noProof="0" smtClean="0"/>
              <a:pPr lvl="0"/>
              <a:t>7</a:t>
            </a:fld>
            <a:endParaRPr lang="en-US" noProof="0"/>
          </a:p>
        </p:txBody>
      </p:sp>
      <p:sp>
        <p:nvSpPr>
          <p:cNvPr id="5" name="Footer Placeholder 4">
            <a:extLst>
              <a:ext uri="{FF2B5EF4-FFF2-40B4-BE49-F238E27FC236}">
                <a16:creationId xmlns:a16="http://schemas.microsoft.com/office/drawing/2014/main" id="{151131EE-0515-804A-81E1-B8016E00426E}"/>
              </a:ext>
            </a:extLst>
          </p:cNvPr>
          <p:cNvSpPr>
            <a:spLocks noGrp="1"/>
          </p:cNvSpPr>
          <p:nvPr>
            <p:ph type="ftr" sz="quarter" idx="10"/>
          </p:nvPr>
        </p:nvSpPr>
        <p:spPr>
          <a:xfrm>
            <a:off x="1011859" y="6309519"/>
            <a:ext cx="2078736" cy="365125"/>
          </a:xfrm>
        </p:spPr>
        <p:txBody>
          <a:bodyPr/>
          <a:lstStyle/>
          <a:p>
            <a:pPr lvl="0"/>
            <a:r>
              <a:rPr lang="en-US" noProof="0"/>
              <a:t>Microsoft Fabric</a:t>
            </a:r>
          </a:p>
        </p:txBody>
      </p:sp>
    </p:spTree>
    <p:extLst>
      <p:ext uri="{BB962C8B-B14F-4D97-AF65-F5344CB8AC3E}">
        <p14:creationId xmlns:p14="http://schemas.microsoft.com/office/powerpoint/2010/main" val="30490422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B7FED7E6-BB2E-E932-5CE6-18BE0D2A111F}"/>
              </a:ext>
            </a:extLst>
          </p:cNvPr>
          <p:cNvSpPr>
            <a:spLocks noGrp="1"/>
          </p:cNvSpPr>
          <p:nvPr>
            <p:ph type="sldNum" sz="quarter" idx="11"/>
          </p:nvPr>
        </p:nvSpPr>
        <p:spPr/>
        <p:txBody>
          <a:bodyPr/>
          <a:lstStyle/>
          <a:p>
            <a:fld id="{B1356FBF-028C-F74E-A7B4-9B8ED246DD1B}" type="slidenum">
              <a:rPr lang="en-US" smtClean="0"/>
              <a:pPr/>
              <a:t>8</a:t>
            </a:fld>
            <a:endParaRPr lang="en-US"/>
          </a:p>
        </p:txBody>
      </p:sp>
      <p:sp>
        <p:nvSpPr>
          <p:cNvPr id="3" name="Titre 2">
            <a:extLst>
              <a:ext uri="{FF2B5EF4-FFF2-40B4-BE49-F238E27FC236}">
                <a16:creationId xmlns:a16="http://schemas.microsoft.com/office/drawing/2014/main" id="{D6F8F2D6-E957-BF19-BD82-A5F7EDB395F8}"/>
              </a:ext>
            </a:extLst>
          </p:cNvPr>
          <p:cNvSpPr>
            <a:spLocks noGrp="1"/>
          </p:cNvSpPr>
          <p:nvPr>
            <p:ph type="title"/>
          </p:nvPr>
        </p:nvSpPr>
        <p:spPr/>
        <p:txBody>
          <a:bodyPr/>
          <a:lstStyle/>
          <a:p>
            <a:r>
              <a:rPr lang="fr-FR" dirty="0" err="1"/>
              <a:t>Ingest</a:t>
            </a:r>
            <a:r>
              <a:rPr lang="fr-FR" dirty="0"/>
              <a:t> Data</a:t>
            </a:r>
          </a:p>
        </p:txBody>
      </p:sp>
      <p:pic>
        <p:nvPicPr>
          <p:cNvPr id="1026" name="Picture 2">
            <a:extLst>
              <a:ext uri="{FF2B5EF4-FFF2-40B4-BE49-F238E27FC236}">
                <a16:creationId xmlns:a16="http://schemas.microsoft.com/office/drawing/2014/main" id="{0384D5B3-6817-31BF-2CBB-330DFF35B2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5996" y="1160331"/>
            <a:ext cx="9561922" cy="5378581"/>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pic>
        <p:nvPicPr>
          <p:cNvPr id="4" name="Picture 37" descr="Data Integration logo">
            <a:extLst>
              <a:ext uri="{FF2B5EF4-FFF2-40B4-BE49-F238E27FC236}">
                <a16:creationId xmlns:a16="http://schemas.microsoft.com/office/drawing/2014/main" id="{91242155-7C17-DF69-B7E0-884A1CFC78D7}"/>
              </a:ext>
            </a:extLst>
          </p:cNvPr>
          <p:cNvPicPr>
            <a:picLocks noChangeAspect="1"/>
          </p:cNvPicPr>
          <p:nvPr/>
        </p:nvPicPr>
        <p:blipFill>
          <a:blip r:embed="rId3"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Tree>
    <p:extLst>
      <p:ext uri="{BB962C8B-B14F-4D97-AF65-F5344CB8AC3E}">
        <p14:creationId xmlns:p14="http://schemas.microsoft.com/office/powerpoint/2010/main" val="188677725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96A493B3-6D97-75FF-F2FA-D3875E622D69}"/>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itle 31">
            <a:extLst>
              <a:ext uri="{FF2B5EF4-FFF2-40B4-BE49-F238E27FC236}">
                <a16:creationId xmlns:a16="http://schemas.microsoft.com/office/drawing/2014/main" id="{A409EAC2-A75D-17AD-09AA-D6EAE70B43F3}"/>
              </a:ext>
            </a:extLst>
          </p:cNvPr>
          <p:cNvSpPr>
            <a:spLocks noGrp="1"/>
          </p:cNvSpPr>
          <p:nvPr>
            <p:ph type="title"/>
          </p:nvPr>
        </p:nvSpPr>
        <p:spPr>
          <a:xfrm>
            <a:off x="581025" y="365125"/>
            <a:ext cx="11029950" cy="549275"/>
          </a:xfrm>
        </p:spPr>
        <p:txBody>
          <a:bodyPr/>
          <a:lstStyle/>
          <a:p>
            <a:r>
              <a:rPr lang="en-US" noProof="0">
                <a:solidFill>
                  <a:srgbClr val="FFFDF9"/>
                </a:solidFill>
              </a:rPr>
              <a:t>Data Factory  </a:t>
            </a:r>
            <a:endParaRPr lang="en-US">
              <a:solidFill>
                <a:srgbClr val="FFFDF9"/>
              </a:solidFill>
            </a:endParaRPr>
          </a:p>
        </p:txBody>
      </p:sp>
      <p:sp>
        <p:nvSpPr>
          <p:cNvPr id="15" name="Rectangle: Rounded Corners 19">
            <a:extLst>
              <a:ext uri="{FF2B5EF4-FFF2-40B4-BE49-F238E27FC236}">
                <a16:creationId xmlns:a16="http://schemas.microsoft.com/office/drawing/2014/main" id="{83544E4F-56FC-1744-BB92-493DA9043A0A}"/>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10F0DDF4-4854-254A-BCB7-BEEDA7AFDFE4}"/>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8A5E7B06-2CB0-644F-A9C1-81CC60EA500F}"/>
              </a:ext>
              <a:ext uri="{C183D7F6-B498-43B3-948B-1728B52AA6E4}">
                <adec:decorative xmlns:adec="http://schemas.microsoft.com/office/drawing/2017/decorative" val="1"/>
              </a:ext>
            </a:extLst>
          </p:cNvPr>
          <p:cNvSpPr>
            <a:spLocks/>
          </p:cNvSpPr>
          <p:nvPr/>
        </p:nvSpPr>
        <p:spPr>
          <a:xfrm>
            <a:off x="4928244" y="1435716"/>
            <a:ext cx="6696519"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38" name="Picture 37" descr="Data Integration logo">
            <a:extLst>
              <a:ext uri="{FF2B5EF4-FFF2-40B4-BE49-F238E27FC236}">
                <a16:creationId xmlns:a16="http://schemas.microsoft.com/office/drawing/2014/main" id="{F405527F-970B-9B8A-30BB-04029C34F123}"/>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9F7B5FF1-C1A9-4146-940A-5EF3E1D3D179}"/>
              </a:ext>
            </a:extLst>
          </p:cNvPr>
          <p:cNvSpPr txBox="1"/>
          <p:nvPr/>
        </p:nvSpPr>
        <p:spPr>
          <a:xfrm>
            <a:off x="581025" y="1489834"/>
            <a:ext cx="3472915" cy="1877437"/>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Sans Display Semibold" pitchFamily="2" charset="0"/>
                <a:cs typeface="Segoe Sans Display Semibold" pitchFamily="2" charset="0"/>
              </a:rPr>
              <a:t>Data Factory</a:t>
            </a:r>
            <a:r>
              <a:rPr kumimoji="0" lang="en-US" sz="1400" i="0" u="none" strike="noStrike" kern="1200" cap="none" spc="0" normalizeH="0" baseline="0" noProof="0">
                <a:ln>
                  <a:noFill/>
                </a:ln>
                <a:solidFill>
                  <a:srgbClr val="FFFFFF"/>
                </a:solidFill>
                <a:effectLst/>
                <a:uLnTx/>
                <a:uFillTx/>
                <a:latin typeface="Segoe Sans Display Semibold" pitchFamily="2" charset="0"/>
                <a:cs typeface="Segoe Sans Display Semibold" pitchFamily="2" charset="0"/>
              </a:rPr>
              <a:t> </a:t>
            </a:r>
            <a:r>
              <a:rPr kumimoji="0" lang="en-US" sz="1400" i="0" u="none" strike="noStrike" kern="1200" cap="none" spc="0" normalizeH="0" baseline="0" noProof="0">
                <a:ln>
                  <a:noFill/>
                </a:ln>
                <a:solidFill>
                  <a:srgbClr val="FFFFFF"/>
                </a:solidFill>
                <a:effectLst/>
                <a:uLnTx/>
                <a:uFillTx/>
                <a:cs typeface="Segoe Sans Text" pitchFamily="2" charset="0"/>
              </a:rPr>
              <a:t>in Microsoft Fabric provides cloud-scale data movement and data transformation services that allow you to solve the most complex ETL scenarios</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i="0" u="none" strike="noStrike" kern="1200" cap="none" spc="0" normalizeH="0" baseline="0" noProof="0">
                <a:ln>
                  <a:noFill/>
                </a:ln>
                <a:solidFill>
                  <a:srgbClr val="FFFFFF"/>
                </a:solidFill>
                <a:effectLst/>
                <a:uLnTx/>
                <a:uFillTx/>
                <a:cs typeface="Segoe Sans Text" pitchFamily="2" charset="0"/>
              </a:rPr>
              <a:t>Core to Data Factory are Data Pipelines and Dataflows to give users the option to a low-code, collaborative and enterprise scale approach for their ETL process</a:t>
            </a:r>
          </a:p>
        </p:txBody>
      </p:sp>
      <p:cxnSp>
        <p:nvCxnSpPr>
          <p:cNvPr id="34" name="Straight Connector 33">
            <a:extLst>
              <a:ext uri="{FF2B5EF4-FFF2-40B4-BE49-F238E27FC236}">
                <a16:creationId xmlns:a16="http://schemas.microsoft.com/office/drawing/2014/main" id="{113831AC-89D8-D845-B48A-7E1E677FE599}"/>
              </a:ext>
              <a:ext uri="{C183D7F6-B498-43B3-948B-1728B52AA6E4}">
                <adec:decorative xmlns:adec="http://schemas.microsoft.com/office/drawing/2017/decorative" val="1"/>
              </a:ext>
            </a:extLst>
          </p:cNvPr>
          <p:cNvCxnSpPr>
            <a:cxnSpLocks/>
          </p:cNvCxnSpPr>
          <p:nvPr/>
        </p:nvCxnSpPr>
        <p:spPr>
          <a:xfrm>
            <a:off x="581025" y="3552861"/>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5E633F6-93E3-BD4C-9A5B-5FC03739EEC0}"/>
              </a:ext>
            </a:extLst>
          </p:cNvPr>
          <p:cNvSpPr txBox="1"/>
          <p:nvPr/>
        </p:nvSpPr>
        <p:spPr>
          <a:xfrm>
            <a:off x="581025" y="3738451"/>
            <a:ext cx="3472915" cy="201901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lang="en-US" sz="1400" b="1" i="1">
                <a:solidFill>
                  <a:srgbClr val="FFFFFF"/>
                </a:solidFill>
                <a:latin typeface="Segoe Sans Display Semibold" pitchFamily="2" charset="0"/>
                <a:cs typeface="Segoe Sans Display Semibold" pitchFamily="2" charset="0"/>
              </a:rPr>
              <a:t>Key Capabilities: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Output destination to Lakehouse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170+ connectors available in Data Factory </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Pipeline Lakehouse copy assist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Create data pipeline in Lakehouse portal</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Pipeline templates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Pipeline support for Spark notebooks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Service principle auth support</a:t>
            </a:r>
          </a:p>
        </p:txBody>
      </p:sp>
      <p:pic>
        <p:nvPicPr>
          <p:cNvPr id="3" name="Picture 2" descr="A screen capture of autonomous ETL in Microsoft Fabric. It showcases a screen of what this process looks like within the SaaS-based application, as part of data integration.">
            <a:extLst>
              <a:ext uri="{FF2B5EF4-FFF2-40B4-BE49-F238E27FC236}">
                <a16:creationId xmlns:a16="http://schemas.microsoft.com/office/drawing/2014/main" id="{FEE9C808-E52C-56EA-9928-94B8630E6AEC}"/>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b="-1471"/>
          <a:stretch/>
        </p:blipFill>
        <p:spPr>
          <a:xfrm>
            <a:off x="5156372" y="1663843"/>
            <a:ext cx="6240264" cy="3567392"/>
          </a:xfrm>
          <a:prstGeom prst="roundRect">
            <a:avLst>
              <a:gd name="adj" fmla="val 1914"/>
            </a:avLst>
          </a:prstGeom>
          <a:solidFill>
            <a:srgbClr val="FFFFFF"/>
          </a:solidFill>
        </p:spPr>
      </p:pic>
      <p:sp>
        <p:nvSpPr>
          <p:cNvPr id="36" name="TextBox 35">
            <a:extLst>
              <a:ext uri="{FF2B5EF4-FFF2-40B4-BE49-F238E27FC236}">
                <a16:creationId xmlns:a16="http://schemas.microsoft.com/office/drawing/2014/main" id="{77F13A3F-5CEE-F5E8-21BD-FDFCA5E5E9CD}"/>
              </a:ext>
            </a:extLst>
          </p:cNvPr>
          <p:cNvSpPr txBox="1"/>
          <p:nvPr/>
        </p:nvSpPr>
        <p:spPr>
          <a:xfrm>
            <a:off x="5112137" y="5562432"/>
            <a:ext cx="6288182"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chemeClr val="bg1"/>
                </a:solidFill>
                <a:effectLst/>
                <a:uLnTx/>
                <a:uFillTx/>
                <a:ea typeface="+mn-ea"/>
                <a:cs typeface="Segoe UI" panose="020B0502040204020203" pitchFamily="34" charset="0"/>
              </a:rPr>
              <a:t>Autonomous ETL can unlock operational efficiencies and help orchestrate, monitor and manage pipeline performance. </a:t>
            </a:r>
          </a:p>
        </p:txBody>
      </p:sp>
    </p:spTree>
    <p:extLst>
      <p:ext uri="{BB962C8B-B14F-4D97-AF65-F5344CB8AC3E}">
        <p14:creationId xmlns:p14="http://schemas.microsoft.com/office/powerpoint/2010/main" val="421092818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1237B-988F-42C0-11F2-77A3AE1C86AB}"/>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9109D7D3-A00D-DBBE-7F9F-D749FC62E3D1}"/>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itle 23">
            <a:extLst>
              <a:ext uri="{FF2B5EF4-FFF2-40B4-BE49-F238E27FC236}">
                <a16:creationId xmlns:a16="http://schemas.microsoft.com/office/drawing/2014/main" id="{F8C221F6-AFB3-CCCC-D10D-975EF9BBF1F2}"/>
              </a:ext>
            </a:extLst>
          </p:cNvPr>
          <p:cNvSpPr>
            <a:spLocks noGrp="1"/>
          </p:cNvSpPr>
          <p:nvPr>
            <p:ph type="title"/>
          </p:nvPr>
        </p:nvSpPr>
        <p:spPr>
          <a:xfrm>
            <a:off x="581025" y="365125"/>
            <a:ext cx="11029950" cy="549275"/>
          </a:xfrm>
        </p:spPr>
        <p:txBody>
          <a:bodyPr/>
          <a:lstStyle/>
          <a:p>
            <a:r>
              <a:rPr lang="en-US" noProof="0">
                <a:solidFill>
                  <a:srgbClr val="FFFDF9"/>
                </a:solidFill>
              </a:rPr>
              <a:t>Data Pipelines</a:t>
            </a:r>
            <a:endParaRPr lang="en-US">
              <a:solidFill>
                <a:srgbClr val="FFFDF9"/>
              </a:solidFill>
            </a:endParaRPr>
          </a:p>
        </p:txBody>
      </p:sp>
      <p:sp>
        <p:nvSpPr>
          <p:cNvPr id="15" name="Rectangle: Rounded Corners 19">
            <a:extLst>
              <a:ext uri="{FF2B5EF4-FFF2-40B4-BE49-F238E27FC236}">
                <a16:creationId xmlns:a16="http://schemas.microsoft.com/office/drawing/2014/main" id="{48265684-29C4-0E71-ACB6-B6746188A240}"/>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A45F4EF7-A55D-B044-998C-A779CED08717}"/>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3E31166F-6ECC-2678-96BE-CF1417EBC21B}"/>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9" name="Picture 8" descr="Data Integration logo">
            <a:extLst>
              <a:ext uri="{FF2B5EF4-FFF2-40B4-BE49-F238E27FC236}">
                <a16:creationId xmlns:a16="http://schemas.microsoft.com/office/drawing/2014/main" id="{70574431-6765-01B7-8C55-89780CCFADA1}"/>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138FDAD9-50DB-A8C7-EB5E-55C1FF1B3CF0}"/>
              </a:ext>
            </a:extLst>
          </p:cNvPr>
          <p:cNvSpPr txBox="1"/>
          <p:nvPr/>
        </p:nvSpPr>
        <p:spPr>
          <a:xfrm>
            <a:off x="581025" y="1489834"/>
            <a:ext cx="3472915" cy="2523768"/>
          </a:xfrm>
          <a:prstGeom prst="rect">
            <a:avLst/>
          </a:prstGeom>
          <a:noFill/>
        </p:spPr>
        <p:txBody>
          <a:bodyPr wrap="square" lIns="0" tIns="0" rIns="0" bIns="0">
            <a:spAutoFit/>
          </a:bodyPr>
          <a:lstStyle/>
          <a:p>
            <a:pPr defTabSz="914367">
              <a:spcAft>
                <a:spcPts val="1200"/>
              </a:spcAft>
              <a:defRPr/>
            </a:pPr>
            <a:r>
              <a:rPr lang="en-US" sz="1400">
                <a:solidFill>
                  <a:srgbClr val="FFFFFF"/>
                </a:solidFill>
                <a:latin typeface="Segoe Sans Display Semibold" pitchFamily="2" charset="0"/>
                <a:cs typeface="Segoe Sans Display Semibold" pitchFamily="2" charset="0"/>
              </a:rPr>
              <a:t>Data Pipelines </a:t>
            </a:r>
            <a:r>
              <a:rPr lang="en-US" sz="1400">
                <a:solidFill>
                  <a:srgbClr val="FFFFFF"/>
                </a:solidFill>
                <a:cs typeface="Segoe Sans Text" pitchFamily="2" charset="0"/>
              </a:rPr>
              <a:t>enable powerful workflow capabilities at cloud-scale like building complex workflows, moving PB-size data, and defining sophisticated control flow pipelines</a:t>
            </a:r>
          </a:p>
          <a:p>
            <a:pPr defTabSz="914367">
              <a:spcAft>
                <a:spcPts val="1200"/>
              </a:spcAft>
              <a:defRPr/>
            </a:pPr>
            <a:r>
              <a:rPr lang="en-US" sz="1400">
                <a:solidFill>
                  <a:srgbClr val="FFFFFF"/>
                </a:solidFill>
                <a:cs typeface="Segoe Sans Text" pitchFamily="2" charset="0"/>
              </a:rPr>
              <a:t>Data pipelines can be used to build complex ETL and data factory workflows that can perform multiple different tasks at scale. Additionally, control flow capabilities are built into pipelines so you can build workflow logic which provide loops and conditional</a:t>
            </a:r>
          </a:p>
        </p:txBody>
      </p:sp>
      <p:pic>
        <p:nvPicPr>
          <p:cNvPr id="2" name="Picture 1" descr="A screen capture of data pipelines in Microsoft Fabric. Within the image, you can see approximately 25 data sources you can pull data from listed. It showcases a screen of what this process looks like within the SaaS-based application, as part of data integration.">
            <a:extLst>
              <a:ext uri="{FF2B5EF4-FFF2-40B4-BE49-F238E27FC236}">
                <a16:creationId xmlns:a16="http://schemas.microsoft.com/office/drawing/2014/main" id="{F101C472-E0FD-7C62-199B-E0C6E7E89920}"/>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l="-1" t="-1" b="-1571"/>
          <a:stretch/>
        </p:blipFill>
        <p:spPr>
          <a:xfrm>
            <a:off x="5158765" y="1663843"/>
            <a:ext cx="6237872" cy="3567392"/>
          </a:xfrm>
          <a:prstGeom prst="roundRect">
            <a:avLst>
              <a:gd name="adj" fmla="val 1914"/>
            </a:avLst>
          </a:prstGeom>
          <a:solidFill>
            <a:srgbClr val="E0E0E0"/>
          </a:solidFill>
        </p:spPr>
      </p:pic>
    </p:spTree>
    <p:extLst>
      <p:ext uri="{BB962C8B-B14F-4D97-AF65-F5344CB8AC3E}">
        <p14:creationId xmlns:p14="http://schemas.microsoft.com/office/powerpoint/2010/main" val="36274230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AF292-19BC-0F66-8B49-4FA5BD911ED3}"/>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53C9419E-F3B5-D786-776D-6B0FAA866E85}"/>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itle 43">
            <a:extLst>
              <a:ext uri="{FF2B5EF4-FFF2-40B4-BE49-F238E27FC236}">
                <a16:creationId xmlns:a16="http://schemas.microsoft.com/office/drawing/2014/main" id="{E1A02888-1A15-D0FB-641E-6416CCBDB658}"/>
              </a:ext>
            </a:extLst>
          </p:cNvPr>
          <p:cNvSpPr>
            <a:spLocks noGrp="1"/>
          </p:cNvSpPr>
          <p:nvPr>
            <p:ph type="title"/>
          </p:nvPr>
        </p:nvSpPr>
        <p:spPr>
          <a:xfrm>
            <a:off x="581025" y="365125"/>
            <a:ext cx="4105276" cy="1416541"/>
          </a:xfrm>
        </p:spPr>
        <p:txBody>
          <a:bodyPr anchor="t"/>
          <a:lstStyle/>
          <a:p>
            <a:r>
              <a:rPr lang="en-US" noProof="0" dirty="0">
                <a:solidFill>
                  <a:srgbClr val="FFFDF9"/>
                </a:solidFill>
              </a:rPr>
              <a:t>Data Pipelines |</a:t>
            </a:r>
            <a:br>
              <a:rPr lang="en-US" noProof="0" dirty="0">
                <a:solidFill>
                  <a:srgbClr val="FFFDF9"/>
                </a:solidFill>
              </a:rPr>
            </a:br>
            <a:r>
              <a:rPr lang="en-US" noProof="0" dirty="0">
                <a:solidFill>
                  <a:srgbClr val="FFFDF9"/>
                </a:solidFill>
              </a:rPr>
              <a:t>Connectors</a:t>
            </a:r>
            <a:endParaRPr lang="en-US" dirty="0">
              <a:solidFill>
                <a:srgbClr val="FFFDF9"/>
              </a:solidFill>
            </a:endParaRPr>
          </a:p>
        </p:txBody>
      </p:sp>
      <p:sp>
        <p:nvSpPr>
          <p:cNvPr id="15" name="Rectangle: Rounded Corners 19">
            <a:extLst>
              <a:ext uri="{FF2B5EF4-FFF2-40B4-BE49-F238E27FC236}">
                <a16:creationId xmlns:a16="http://schemas.microsoft.com/office/drawing/2014/main" id="{460AB584-7067-402A-A053-7EBC672FE802}"/>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BE2116EC-46B3-86F3-9552-13CDC1EA6BBB}"/>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4F4A81CF-0137-EC32-D733-AB1B45CAECAC}"/>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9" name="Picture 8" descr="Data Integration logo">
            <a:extLst>
              <a:ext uri="{FF2B5EF4-FFF2-40B4-BE49-F238E27FC236}">
                <a16:creationId xmlns:a16="http://schemas.microsoft.com/office/drawing/2014/main" id="{60EEC171-8F17-ED35-A891-5B01AD431BAE}"/>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4DA7785A-CA5B-E2B6-5ED4-AE85D2F422A3}"/>
              </a:ext>
            </a:extLst>
          </p:cNvPr>
          <p:cNvSpPr txBox="1"/>
          <p:nvPr/>
        </p:nvSpPr>
        <p:spPr>
          <a:xfrm>
            <a:off x="581025" y="1489834"/>
            <a:ext cx="3472915" cy="646331"/>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Segoe Sans Display Semibold" pitchFamily="2" charset="0"/>
                <a:cs typeface="Segoe Sans Display Semibold" pitchFamily="2" charset="0"/>
              </a:rPr>
              <a:t>New Connectors </a:t>
            </a:r>
            <a:r>
              <a:rPr kumimoji="0" lang="en-US" sz="1400" i="0" u="none" strike="noStrike" kern="1200" cap="none" spc="0" normalizeH="0" baseline="0" noProof="0" dirty="0">
                <a:ln>
                  <a:noFill/>
                </a:ln>
                <a:solidFill>
                  <a:srgbClr val="FFFFFF"/>
                </a:solidFill>
                <a:effectLst/>
                <a:uLnTx/>
                <a:uFillTx/>
                <a:cs typeface="Segoe Sans Text" pitchFamily="2" charset="0"/>
              </a:rPr>
              <a:t>provide a low-code</a:t>
            </a:r>
            <a:r>
              <a:rPr lang="en-US" sz="1400" dirty="0">
                <a:solidFill>
                  <a:srgbClr val="FFFFFF"/>
                </a:solidFill>
                <a:cs typeface="Segoe Sans Text" pitchFamily="2" charset="0"/>
              </a:rPr>
              <a:t> </a:t>
            </a:r>
            <a:r>
              <a:rPr kumimoji="0" lang="en-US" sz="1400" i="0" u="none" strike="noStrike" kern="1200" cap="none" spc="0" normalizeH="0" baseline="0" noProof="0" dirty="0">
                <a:ln>
                  <a:noFill/>
                </a:ln>
                <a:solidFill>
                  <a:srgbClr val="FFFFFF"/>
                </a:solidFill>
                <a:effectLst/>
                <a:uLnTx/>
                <a:uFillTx/>
                <a:cs typeface="Segoe Sans Text" pitchFamily="2" charset="0"/>
              </a:rPr>
              <a:t>interface for ingesting data from a variety</a:t>
            </a:r>
            <a:br>
              <a:rPr lang="en-US" sz="1400" dirty="0">
                <a:solidFill>
                  <a:srgbClr val="FFFFFF"/>
                </a:solidFill>
                <a:cs typeface="Segoe Sans Text" pitchFamily="2" charset="0"/>
              </a:rPr>
            </a:br>
            <a:r>
              <a:rPr kumimoji="0" lang="en-US" sz="1400" i="0" u="none" strike="noStrike" kern="1200" cap="none" spc="0" normalizeH="0" baseline="0" noProof="0" dirty="0">
                <a:ln>
                  <a:noFill/>
                </a:ln>
                <a:solidFill>
                  <a:srgbClr val="FFFFFF"/>
                </a:solidFill>
                <a:effectLst/>
                <a:uLnTx/>
                <a:uFillTx/>
                <a:cs typeface="Segoe Sans Text" pitchFamily="2" charset="0"/>
              </a:rPr>
              <a:t>of data sources​</a:t>
            </a:r>
          </a:p>
        </p:txBody>
      </p:sp>
      <p:cxnSp>
        <p:nvCxnSpPr>
          <p:cNvPr id="34" name="Straight Connector 33">
            <a:extLst>
              <a:ext uri="{FF2B5EF4-FFF2-40B4-BE49-F238E27FC236}">
                <a16:creationId xmlns:a16="http://schemas.microsoft.com/office/drawing/2014/main" id="{C2A397AF-61AE-3EC5-044F-5675FB78AD7F}"/>
              </a:ext>
              <a:ext uri="{C183D7F6-B498-43B3-948B-1728B52AA6E4}">
                <adec:decorative xmlns:adec="http://schemas.microsoft.com/office/drawing/2017/decorative" val="1"/>
              </a:ext>
            </a:extLst>
          </p:cNvPr>
          <p:cNvCxnSpPr>
            <a:cxnSpLocks/>
          </p:cNvCxnSpPr>
          <p:nvPr/>
        </p:nvCxnSpPr>
        <p:spPr>
          <a:xfrm>
            <a:off x="581025" y="2321755"/>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EE24F7B-258E-1EAC-A252-9FA44ECF1CFF}"/>
              </a:ext>
            </a:extLst>
          </p:cNvPr>
          <p:cNvSpPr txBox="1"/>
          <p:nvPr/>
        </p:nvSpPr>
        <p:spPr>
          <a:xfrm>
            <a:off x="581025" y="2507345"/>
            <a:ext cx="3660775" cy="149579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lang="en-US" sz="1400" b="1" i="1" dirty="0">
                <a:solidFill>
                  <a:srgbClr val="FFFFFF"/>
                </a:solidFill>
                <a:latin typeface="Segoe Sans Display Semibold" pitchFamily="2" charset="0"/>
                <a:cs typeface="Segoe Sans Display Semibold" pitchFamily="2" charset="0"/>
              </a:rPr>
              <a:t>Connectors:</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Warehouse Connector; connect to existing Azure </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Lakehouse connector</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100+ connectors in the copy activity </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Access to on-premises data </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Access protected data inside of a VNET</a:t>
            </a:r>
          </a:p>
        </p:txBody>
      </p:sp>
      <p:pic>
        <p:nvPicPr>
          <p:cNvPr id="2" name="Picture 1" descr="A screen capture of data pipelines in Microsoft Fabric. Within the image, you can see approximately 25 data sources you can pull data from listed. It showcases a screen of what this process looks like within the SaaS-based application, as part of data integration.">
            <a:extLst>
              <a:ext uri="{FF2B5EF4-FFF2-40B4-BE49-F238E27FC236}">
                <a16:creationId xmlns:a16="http://schemas.microsoft.com/office/drawing/2014/main" id="{23DE5C64-4606-74CC-C05F-B4FBA36318E6}"/>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b="-1471"/>
          <a:stretch/>
        </p:blipFill>
        <p:spPr>
          <a:xfrm>
            <a:off x="5158764" y="1663843"/>
            <a:ext cx="6237872" cy="3567392"/>
          </a:xfrm>
          <a:prstGeom prst="roundRect">
            <a:avLst>
              <a:gd name="adj" fmla="val 1914"/>
            </a:avLst>
          </a:prstGeom>
          <a:solidFill>
            <a:srgbClr val="E5E5E5"/>
          </a:solidFill>
        </p:spPr>
      </p:pic>
    </p:spTree>
    <p:extLst>
      <p:ext uri="{BB962C8B-B14F-4D97-AF65-F5344CB8AC3E}">
        <p14:creationId xmlns:p14="http://schemas.microsoft.com/office/powerpoint/2010/main" val="81996519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E93B1-848C-46AD-1334-25287201D77C}"/>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C6EA34AA-7BFA-9359-6559-EB876FC726AF}"/>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22">
            <a:extLst>
              <a:ext uri="{FF2B5EF4-FFF2-40B4-BE49-F238E27FC236}">
                <a16:creationId xmlns:a16="http://schemas.microsoft.com/office/drawing/2014/main" id="{9BDEA1F1-6B13-95F1-58F9-A13F9C7E80B8}"/>
              </a:ext>
            </a:extLst>
          </p:cNvPr>
          <p:cNvSpPr>
            <a:spLocks noGrp="1"/>
          </p:cNvSpPr>
          <p:nvPr>
            <p:ph type="title"/>
          </p:nvPr>
        </p:nvSpPr>
        <p:spPr>
          <a:xfrm>
            <a:off x="581025" y="365125"/>
            <a:ext cx="11029950" cy="549275"/>
          </a:xfrm>
        </p:spPr>
        <p:txBody>
          <a:bodyPr anchor="t"/>
          <a:lstStyle/>
          <a:p>
            <a:r>
              <a:rPr lang="en-US" noProof="0">
                <a:solidFill>
                  <a:srgbClr val="FFFDF9"/>
                </a:solidFill>
              </a:rPr>
              <a:t>Data Pipelines |</a:t>
            </a:r>
            <a:br>
              <a:rPr lang="en-US" noProof="0">
                <a:solidFill>
                  <a:srgbClr val="FFFDF9"/>
                </a:solidFill>
              </a:rPr>
            </a:br>
            <a:r>
              <a:rPr lang="en-US" noProof="0">
                <a:solidFill>
                  <a:srgbClr val="FFFDF9"/>
                </a:solidFill>
              </a:rPr>
              <a:t>Sample data</a:t>
            </a:r>
            <a:endParaRPr lang="en-US">
              <a:solidFill>
                <a:srgbClr val="FFFDF9"/>
              </a:solidFill>
            </a:endParaRPr>
          </a:p>
        </p:txBody>
      </p:sp>
      <p:sp>
        <p:nvSpPr>
          <p:cNvPr id="15" name="Rectangle: Rounded Corners 19">
            <a:extLst>
              <a:ext uri="{FF2B5EF4-FFF2-40B4-BE49-F238E27FC236}">
                <a16:creationId xmlns:a16="http://schemas.microsoft.com/office/drawing/2014/main" id="{9C508B21-6DC6-12C7-012D-F8802A25BFFC}"/>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1B8B294D-262D-2A82-639D-EC1D17E80C0F}"/>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86D5C01E-96C1-510E-9294-E2296859120E}"/>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8" name="Picture 7" descr="Data Integration logo">
            <a:extLst>
              <a:ext uri="{FF2B5EF4-FFF2-40B4-BE49-F238E27FC236}">
                <a16:creationId xmlns:a16="http://schemas.microsoft.com/office/drawing/2014/main" id="{626E03B6-72C0-2D46-B9C7-090ABAFC7027}"/>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00DE2802-0AE3-135D-E94E-9F6B9DEC45A3}"/>
              </a:ext>
            </a:extLst>
          </p:cNvPr>
          <p:cNvSpPr txBox="1"/>
          <p:nvPr/>
        </p:nvSpPr>
        <p:spPr>
          <a:xfrm>
            <a:off x="581025" y="1489834"/>
            <a:ext cx="3472915" cy="646331"/>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400">
                <a:solidFill>
                  <a:srgbClr val="FFFFFF"/>
                </a:solidFill>
                <a:latin typeface="Segoe Sans Display Semibold" pitchFamily="2" charset="0"/>
                <a:cs typeface="Segoe Sans Display Semibold" pitchFamily="2" charset="0"/>
              </a:rPr>
              <a:t>Sample Datasets </a:t>
            </a:r>
            <a:r>
              <a:rPr kumimoji="0" lang="en-US" sz="1400" i="0" u="none" strike="noStrike" kern="1200" cap="none" spc="0" normalizeH="0" baseline="0" noProof="0">
                <a:ln>
                  <a:noFill/>
                </a:ln>
                <a:solidFill>
                  <a:srgbClr val="FFFEFB"/>
                </a:solidFill>
                <a:effectLst/>
                <a:uLnTx/>
                <a:uFillTx/>
                <a:cs typeface="Segoe Sans Text" pitchFamily="2" charset="0"/>
              </a:rPr>
              <a:t>helps new users get started quickly, building out their ELT processes using Data Pipelines</a:t>
            </a:r>
          </a:p>
        </p:txBody>
      </p:sp>
      <p:cxnSp>
        <p:nvCxnSpPr>
          <p:cNvPr id="34" name="Straight Connector 33">
            <a:extLst>
              <a:ext uri="{FF2B5EF4-FFF2-40B4-BE49-F238E27FC236}">
                <a16:creationId xmlns:a16="http://schemas.microsoft.com/office/drawing/2014/main" id="{2E2C12C2-C05E-1C7B-FFB4-D21BCA822B33}"/>
              </a:ext>
              <a:ext uri="{C183D7F6-B498-43B3-948B-1728B52AA6E4}">
                <adec:decorative xmlns:adec="http://schemas.microsoft.com/office/drawing/2017/decorative" val="1"/>
              </a:ext>
            </a:extLst>
          </p:cNvPr>
          <p:cNvCxnSpPr>
            <a:cxnSpLocks/>
          </p:cNvCxnSpPr>
          <p:nvPr/>
        </p:nvCxnSpPr>
        <p:spPr>
          <a:xfrm>
            <a:off x="581025" y="2321755"/>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7719746-0275-3E18-E33B-E1B2A7B6066F}"/>
              </a:ext>
            </a:extLst>
          </p:cNvPr>
          <p:cNvSpPr txBox="1"/>
          <p:nvPr/>
        </p:nvSpPr>
        <p:spPr>
          <a:xfrm>
            <a:off x="581025" y="2507345"/>
            <a:ext cx="3472915" cy="1865126"/>
          </a:xfrm>
          <a:prstGeom prst="rect">
            <a:avLst/>
          </a:prstGeom>
          <a:noFill/>
        </p:spPr>
        <p:txBody>
          <a:bodyPr wrap="square" lIns="0" tIns="0" rIns="0" bIns="0" rtlCol="0" anchor="t">
            <a:spAutoFit/>
          </a:bodyPr>
          <a:lstStyle/>
          <a:p>
            <a:pPr defTabSz="914367">
              <a:lnSpc>
                <a:spcPct val="105000"/>
              </a:lnSpc>
              <a:spcAft>
                <a:spcPts val="300"/>
              </a:spcAft>
              <a:defRPr/>
            </a:pPr>
            <a:r>
              <a:rPr lang="en-US" sz="1400" b="1" i="1">
                <a:solidFill>
                  <a:srgbClr val="FFFFFF"/>
                </a:solidFill>
                <a:latin typeface="Segoe Sans Display Semibold" pitchFamily="2" charset="0"/>
                <a:cs typeface="Segoe Sans Display Semibold" pitchFamily="2" charset="0"/>
              </a:rPr>
              <a:t>Sample datasets: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COVID-19 Data Lake (CSV, JSON, JSON Lines, Parquet)</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NYC Tax – Green (2GB Parquet)</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Diabetes (14K Parquet)</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Public Holidays (500KB Parquet)</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Retail Data Model from Wide World Importers (352MB Parquet)</a:t>
            </a:r>
          </a:p>
        </p:txBody>
      </p:sp>
      <p:pic>
        <p:nvPicPr>
          <p:cNvPr id="3" name="Picture 2" descr="A screen capture of sample data in Microsoft Fabric. Within the image, you can see 5 different sample data sets that can be built based on data ingested into the SaaS-based application, as part of data integration">
            <a:extLst>
              <a:ext uri="{FF2B5EF4-FFF2-40B4-BE49-F238E27FC236}">
                <a16:creationId xmlns:a16="http://schemas.microsoft.com/office/drawing/2014/main" id="{01A88B0D-DF17-0BAC-C385-B70F8B4B93DA}"/>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b="-1471"/>
          <a:stretch/>
        </p:blipFill>
        <p:spPr>
          <a:xfrm>
            <a:off x="5158764" y="1663843"/>
            <a:ext cx="6237872" cy="3567392"/>
          </a:xfrm>
          <a:prstGeom prst="roundRect">
            <a:avLst>
              <a:gd name="adj" fmla="val 1914"/>
            </a:avLst>
          </a:prstGeom>
          <a:solidFill>
            <a:srgbClr val="E5E5E5"/>
          </a:solidFill>
        </p:spPr>
      </p:pic>
    </p:spTree>
    <p:extLst>
      <p:ext uri="{BB962C8B-B14F-4D97-AF65-F5344CB8AC3E}">
        <p14:creationId xmlns:p14="http://schemas.microsoft.com/office/powerpoint/2010/main" val="133788171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35DB9-CFE9-DB5E-0590-4B5AC61CFF13}"/>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13F0CADB-77B7-11E6-E99B-10B02630D463}"/>
              </a:ext>
              <a:ext uri="{C183D7F6-B498-43B3-948B-1728B52AA6E4}">
                <adec:decorative xmlns:adec="http://schemas.microsoft.com/office/drawing/2017/decorative" val="1"/>
              </a:ext>
            </a:extLst>
          </p:cNvPr>
          <p:cNvSpPr/>
          <p:nvPr/>
        </p:nvSpPr>
        <p:spPr>
          <a:xfrm>
            <a:off x="0" y="-5643"/>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20">
            <a:extLst>
              <a:ext uri="{FF2B5EF4-FFF2-40B4-BE49-F238E27FC236}">
                <a16:creationId xmlns:a16="http://schemas.microsoft.com/office/drawing/2014/main" id="{A76C6942-E741-277F-5F9F-D347D19A3C21}"/>
              </a:ext>
            </a:extLst>
          </p:cNvPr>
          <p:cNvSpPr>
            <a:spLocks noGrp="1"/>
          </p:cNvSpPr>
          <p:nvPr>
            <p:ph type="title"/>
          </p:nvPr>
        </p:nvSpPr>
        <p:spPr>
          <a:xfrm>
            <a:off x="581025" y="365125"/>
            <a:ext cx="11029950" cy="549275"/>
          </a:xfrm>
        </p:spPr>
        <p:txBody>
          <a:bodyPr anchor="t"/>
          <a:lstStyle/>
          <a:p>
            <a:r>
              <a:rPr lang="en-US" noProof="0">
                <a:solidFill>
                  <a:srgbClr val="FFFDF9"/>
                </a:solidFill>
              </a:rPr>
              <a:t>Data Pipelines |</a:t>
            </a:r>
            <a:br>
              <a:rPr lang="en-US" noProof="0">
                <a:solidFill>
                  <a:srgbClr val="FFFDF9"/>
                </a:solidFill>
              </a:rPr>
            </a:br>
            <a:r>
              <a:rPr lang="en-US" noProof="0">
                <a:solidFill>
                  <a:srgbClr val="FFFDF9"/>
                </a:solidFill>
              </a:rPr>
              <a:t>Lakehouse copy assist</a:t>
            </a:r>
            <a:endParaRPr lang="en-US">
              <a:solidFill>
                <a:srgbClr val="FFFDF9"/>
              </a:solidFill>
            </a:endParaRPr>
          </a:p>
        </p:txBody>
      </p:sp>
      <p:sp>
        <p:nvSpPr>
          <p:cNvPr id="15" name="Rectangle: Rounded Corners 19">
            <a:extLst>
              <a:ext uri="{FF2B5EF4-FFF2-40B4-BE49-F238E27FC236}">
                <a16:creationId xmlns:a16="http://schemas.microsoft.com/office/drawing/2014/main" id="{AB802E97-393F-2330-CF5A-B94A062EFCE5}"/>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97EEBB91-4BA0-8962-680F-348CEFD297CA}"/>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0940FEED-ABC3-8990-835B-5AC6E2048861}"/>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3" name="Picture 2" descr="Data Integration logo">
            <a:extLst>
              <a:ext uri="{FF2B5EF4-FFF2-40B4-BE49-F238E27FC236}">
                <a16:creationId xmlns:a16="http://schemas.microsoft.com/office/drawing/2014/main" id="{46462C2C-E5D7-02EC-4228-9CC5A30277C3}"/>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99051300-FCE7-3CF4-5D31-625B7ACB10F9}"/>
              </a:ext>
            </a:extLst>
          </p:cNvPr>
          <p:cNvSpPr txBox="1"/>
          <p:nvPr/>
        </p:nvSpPr>
        <p:spPr>
          <a:xfrm>
            <a:off x="581025" y="1489834"/>
            <a:ext cx="3472915" cy="1231106"/>
          </a:xfrm>
          <a:prstGeom prst="rect">
            <a:avLst/>
          </a:prstGeom>
          <a:noFill/>
        </p:spPr>
        <p:txBody>
          <a:bodyPr wrap="square" lIns="0" tIns="0" rIns="0" bIns="0">
            <a:spAutoFit/>
          </a:bodyPr>
          <a:lstStyle/>
          <a:p>
            <a:pPr marR="0" lvl="0" indent="0" defTabSz="914367" fontAlgn="auto">
              <a:lnSpc>
                <a:spcPct val="100000"/>
              </a:lnSpc>
              <a:spcBef>
                <a:spcPts val="0"/>
              </a:spcBef>
              <a:spcAft>
                <a:spcPts val="1200"/>
              </a:spcAft>
              <a:buClrTx/>
              <a:buSzTx/>
              <a:buFontTx/>
              <a:buNone/>
              <a:tabLst/>
              <a:defRPr/>
            </a:pPr>
            <a:r>
              <a:rPr lang="en-US" sz="1400">
                <a:solidFill>
                  <a:srgbClr val="FFFFFF"/>
                </a:solidFill>
                <a:latin typeface="Segoe Sans Display Semibold" pitchFamily="2" charset="0"/>
                <a:cs typeface="Segoe Sans Display Semibold" pitchFamily="2" charset="0"/>
              </a:rPr>
              <a:t>Simply</a:t>
            </a:r>
            <a:r>
              <a:rPr lang="en-US" sz="1400">
                <a:solidFill>
                  <a:srgbClr val="FFFFFF"/>
                </a:solidFill>
                <a:cs typeface="Segoe Sans Text" pitchFamily="2" charset="0"/>
              </a:rPr>
              <a:t> copying data to a Lakehouse with copy assist capabilities within the Data Pipeline</a:t>
            </a:r>
          </a:p>
          <a:p>
            <a:pPr marR="0" lvl="0" indent="0" defTabSz="914367" fontAlgn="auto">
              <a:lnSpc>
                <a:spcPct val="100000"/>
              </a:lnSpc>
              <a:spcBef>
                <a:spcPts val="0"/>
              </a:spcBef>
              <a:spcAft>
                <a:spcPts val="1200"/>
              </a:spcAft>
              <a:buClrTx/>
              <a:buSzTx/>
              <a:buFontTx/>
              <a:buNone/>
              <a:tabLst/>
              <a:defRPr/>
            </a:pPr>
            <a:r>
              <a:rPr lang="en-US" sz="1400">
                <a:solidFill>
                  <a:srgbClr val="FFFFFF"/>
                </a:solidFill>
                <a:cs typeface="Segoe Sans Text" pitchFamily="2" charset="0"/>
              </a:rPr>
              <a:t>Additionally, users can create a Data Pipeline without having to leave the Lakehouse portal</a:t>
            </a:r>
          </a:p>
        </p:txBody>
      </p:sp>
      <p:pic>
        <p:nvPicPr>
          <p:cNvPr id="2" name="Picture 1" descr="A screen capture of lakehouse copy assist tool in Microsoft Fabric. Within the image, you can see the process to copy data into the lakehouse. This is a 5-step process that includes: 1.) Choose data source, 2.) Connect to data source, 3.) Choose data destination, 4.) Connect to data destination, 5.) Review and save.">
            <a:extLst>
              <a:ext uri="{FF2B5EF4-FFF2-40B4-BE49-F238E27FC236}">
                <a16:creationId xmlns:a16="http://schemas.microsoft.com/office/drawing/2014/main" id="{E88678A3-3BA5-5414-CFB7-AE4E7D4B7B8B}"/>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b="-1367"/>
          <a:stretch/>
        </p:blipFill>
        <p:spPr>
          <a:xfrm>
            <a:off x="5158764" y="1667497"/>
            <a:ext cx="6237872" cy="3563737"/>
          </a:xfrm>
          <a:prstGeom prst="roundRect">
            <a:avLst>
              <a:gd name="adj" fmla="val 1914"/>
            </a:avLst>
          </a:prstGeom>
          <a:solidFill>
            <a:srgbClr val="E3E3E3"/>
          </a:solidFill>
        </p:spPr>
      </p:pic>
    </p:spTree>
    <p:extLst>
      <p:ext uri="{BB962C8B-B14F-4D97-AF65-F5344CB8AC3E}">
        <p14:creationId xmlns:p14="http://schemas.microsoft.com/office/powerpoint/2010/main" val="304531035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FD47B-E3C6-160B-05E5-A5FB4BD121AD}"/>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EB487CE0-C1BA-7018-2B51-B716D3ABB346}"/>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26">
            <a:extLst>
              <a:ext uri="{FF2B5EF4-FFF2-40B4-BE49-F238E27FC236}">
                <a16:creationId xmlns:a16="http://schemas.microsoft.com/office/drawing/2014/main" id="{2923F172-954E-9F94-A6D5-498D4B080E38}"/>
              </a:ext>
            </a:extLst>
          </p:cNvPr>
          <p:cNvSpPr>
            <a:spLocks noGrp="1"/>
          </p:cNvSpPr>
          <p:nvPr>
            <p:ph type="title"/>
          </p:nvPr>
        </p:nvSpPr>
        <p:spPr>
          <a:xfrm>
            <a:off x="581025" y="365125"/>
            <a:ext cx="11029950" cy="549275"/>
          </a:xfrm>
        </p:spPr>
        <p:txBody>
          <a:bodyPr anchor="t"/>
          <a:lstStyle/>
          <a:p>
            <a:r>
              <a:rPr lang="en-US" noProof="0">
                <a:solidFill>
                  <a:srgbClr val="FFFDF9"/>
                </a:solidFill>
              </a:rPr>
              <a:t>Data Pipelines |</a:t>
            </a:r>
            <a:br>
              <a:rPr lang="en-US" noProof="0">
                <a:solidFill>
                  <a:srgbClr val="FFFDF9"/>
                </a:solidFill>
              </a:rPr>
            </a:br>
            <a:r>
              <a:rPr lang="en-US" noProof="0">
                <a:solidFill>
                  <a:srgbClr val="FFFDF9"/>
                </a:solidFill>
              </a:rPr>
              <a:t>Templates</a:t>
            </a:r>
            <a:endParaRPr lang="en-US">
              <a:solidFill>
                <a:srgbClr val="FFFDF9"/>
              </a:solidFill>
            </a:endParaRPr>
          </a:p>
        </p:txBody>
      </p:sp>
      <p:sp>
        <p:nvSpPr>
          <p:cNvPr id="15" name="Rectangle: Rounded Corners 19">
            <a:extLst>
              <a:ext uri="{FF2B5EF4-FFF2-40B4-BE49-F238E27FC236}">
                <a16:creationId xmlns:a16="http://schemas.microsoft.com/office/drawing/2014/main" id="{48D6BE10-191F-3740-068A-F2C3FFC22D5B}"/>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60B4DBCA-7C1A-0DFC-2EB3-ADEA279A21D9}"/>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A635012B-8399-EFBF-E89C-AD4B7A23A0E6}"/>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2" name="Picture 1" descr="Data Integration logo">
            <a:extLst>
              <a:ext uri="{FF2B5EF4-FFF2-40B4-BE49-F238E27FC236}">
                <a16:creationId xmlns:a16="http://schemas.microsoft.com/office/drawing/2014/main" id="{A3E1560E-76A2-761A-F75E-4AE069442794}"/>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2826E318-EA2A-994E-ACFB-7028D18A6822}"/>
              </a:ext>
            </a:extLst>
          </p:cNvPr>
          <p:cNvSpPr txBox="1"/>
          <p:nvPr/>
        </p:nvSpPr>
        <p:spPr>
          <a:xfrm>
            <a:off x="581025" y="1489935"/>
            <a:ext cx="3472915" cy="1015663"/>
          </a:xfrm>
          <a:prstGeom prst="rect">
            <a:avLst/>
          </a:prstGeom>
          <a:noFill/>
        </p:spPr>
        <p:txBody>
          <a:bodyPr wrap="square" lIns="0" tIns="0" rIns="0" bIns="0">
            <a:spAutoFit/>
          </a:bodyPr>
          <a:lstStyle/>
          <a:p>
            <a:pPr marR="0" lvl="0" indent="0" defTabSz="914367" fontAlgn="auto">
              <a:lnSpc>
                <a:spcPct val="100000"/>
              </a:lnSpc>
              <a:spcBef>
                <a:spcPts val="0"/>
              </a:spcBef>
              <a:spcAft>
                <a:spcPts val="1200"/>
              </a:spcAft>
              <a:buClrTx/>
              <a:buSzTx/>
              <a:buFontTx/>
              <a:buNone/>
              <a:tabLst/>
              <a:defRPr/>
            </a:pPr>
            <a:r>
              <a:rPr lang="en-US" sz="1400">
                <a:solidFill>
                  <a:srgbClr val="FFFFFF"/>
                </a:solidFill>
                <a:latin typeface="Segoe Sans Display Semibold" pitchFamily="2" charset="0"/>
                <a:cs typeface="Segoe Sans Display Semibold" pitchFamily="2" charset="0"/>
              </a:rPr>
              <a:t>Quickly</a:t>
            </a:r>
            <a:r>
              <a:rPr lang="en-US" sz="1400">
                <a:solidFill>
                  <a:srgbClr val="FFFFFF"/>
                </a:solidFill>
                <a:cs typeface="Segoe Sans Text" pitchFamily="2" charset="0"/>
              </a:rPr>
              <a:t> get started with data integration</a:t>
            </a:r>
          </a:p>
          <a:p>
            <a:pPr marR="0" lvl="0" indent="0" defTabSz="914367" fontAlgn="auto">
              <a:lnSpc>
                <a:spcPct val="100000"/>
              </a:lnSpc>
              <a:spcBef>
                <a:spcPts val="0"/>
              </a:spcBef>
              <a:spcAft>
                <a:spcPts val="1200"/>
              </a:spcAft>
              <a:buClrTx/>
              <a:buSzTx/>
              <a:buFontTx/>
              <a:buNone/>
              <a:tabLst/>
              <a:defRPr/>
            </a:pPr>
            <a:r>
              <a:rPr lang="en-US" sz="1400">
                <a:solidFill>
                  <a:srgbClr val="FFFFFF"/>
                </a:solidFill>
                <a:cs typeface="Segoe Sans Text" pitchFamily="2" charset="0"/>
              </a:rPr>
              <a:t>Template help reduce development time by providing an easy way to create pipeline for common data integration scenarios</a:t>
            </a:r>
            <a:endParaRPr kumimoji="0" lang="en-US" sz="1400" i="0" u="none" strike="noStrike" kern="1200" cap="none" spc="0" normalizeH="0" baseline="0" noProof="0">
              <a:ln>
                <a:noFill/>
              </a:ln>
              <a:solidFill>
                <a:srgbClr val="FFFEFB"/>
              </a:solidFill>
              <a:effectLst/>
              <a:uLnTx/>
              <a:uFillTx/>
              <a:latin typeface="Segoe Sans Text" pitchFamily="2" charset="0"/>
              <a:cs typeface="Segoe Sans Text" pitchFamily="2" charset="0"/>
            </a:endParaRPr>
          </a:p>
        </p:txBody>
      </p:sp>
      <p:cxnSp>
        <p:nvCxnSpPr>
          <p:cNvPr id="34" name="Straight Connector 33">
            <a:extLst>
              <a:ext uri="{FF2B5EF4-FFF2-40B4-BE49-F238E27FC236}">
                <a16:creationId xmlns:a16="http://schemas.microsoft.com/office/drawing/2014/main" id="{0F4779FF-EA9A-3EC7-EA49-A91798F288BD}"/>
              </a:ext>
              <a:ext uri="{C183D7F6-B498-43B3-948B-1728B52AA6E4}">
                <adec:decorative xmlns:adec="http://schemas.microsoft.com/office/drawing/2017/decorative" val="1"/>
              </a:ext>
            </a:extLst>
          </p:cNvPr>
          <p:cNvCxnSpPr>
            <a:cxnSpLocks/>
          </p:cNvCxnSpPr>
          <p:nvPr/>
        </p:nvCxnSpPr>
        <p:spPr>
          <a:xfrm>
            <a:off x="581025" y="2691087"/>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1D6AED-F68C-6AC9-0EB0-100607E6D737}"/>
              </a:ext>
            </a:extLst>
          </p:cNvPr>
          <p:cNvSpPr txBox="1"/>
          <p:nvPr/>
        </p:nvSpPr>
        <p:spPr>
          <a:xfrm>
            <a:off x="581025" y="2876677"/>
            <a:ext cx="3635375" cy="280384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lang="en-US" sz="1400" i="1">
                <a:solidFill>
                  <a:srgbClr val="FFFFFF"/>
                </a:solidFill>
                <a:latin typeface="Segoe Sans Display Semibold" pitchFamily="2" charset="0"/>
                <a:cs typeface="Segoe Sans Display Semibold" pitchFamily="2" charset="0"/>
              </a:rPr>
              <a:t>Available Data Pipeline Templates: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Bulk copy from Database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Bulk copy from File to Database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Copy data from ADLS Gen2 to Lakehouse file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Copy from ADLS Gen2 to Lakehouse Table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Copy data from Azure AQL DB to Lakehouse Table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Copy multiple files containers between File Stores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Copy new files only by Last Modified Date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Delete files older than 30 days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Delta copy from Database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Move files</a:t>
            </a:r>
          </a:p>
        </p:txBody>
      </p:sp>
      <p:pic>
        <p:nvPicPr>
          <p:cNvPr id="9" name="Picture 8" descr="A screen capture of data templates in Microsoft Fabric. Within the image, it lists out 10 unique templates you can use within the SaaS-based application. These include Bulk Copy from Database, Bulk Copy from Files to Database, Copy data from ADLS Gen2 to Lakehouse file, Copy data from ADLS Gen2 to Lakehouse Table, Copy data from Azure SQL DB to Lakehouse Table, Copy multiple files containers between File Stores, Copy new files only by LastModified Date, Delete files older than 30 days, Delta copy from Database, Move files.">
            <a:extLst>
              <a:ext uri="{FF2B5EF4-FFF2-40B4-BE49-F238E27FC236}">
                <a16:creationId xmlns:a16="http://schemas.microsoft.com/office/drawing/2014/main" id="{E41B70A0-C3F8-EC5C-9E4E-D14D2D425A47}"/>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b="-1471"/>
          <a:stretch/>
        </p:blipFill>
        <p:spPr>
          <a:xfrm>
            <a:off x="5158764" y="1663843"/>
            <a:ext cx="6237872" cy="3567392"/>
          </a:xfrm>
          <a:prstGeom prst="roundRect">
            <a:avLst>
              <a:gd name="adj" fmla="val 1914"/>
            </a:avLst>
          </a:prstGeom>
          <a:solidFill>
            <a:srgbClr val="FFFFFF"/>
          </a:solidFill>
        </p:spPr>
      </p:pic>
    </p:spTree>
    <p:extLst>
      <p:ext uri="{BB962C8B-B14F-4D97-AF65-F5344CB8AC3E}">
        <p14:creationId xmlns:p14="http://schemas.microsoft.com/office/powerpoint/2010/main" val="12829717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8FA87-DBE8-72DF-BF4F-57E56B84F46C}"/>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10823652-2E9B-C68B-F814-341B574B17EC}"/>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9DC53E5A-E369-1052-0720-A6035E9B7189}"/>
              </a:ext>
            </a:extLst>
          </p:cNvPr>
          <p:cNvSpPr>
            <a:spLocks noGrp="1"/>
          </p:cNvSpPr>
          <p:nvPr>
            <p:ph type="title"/>
          </p:nvPr>
        </p:nvSpPr>
        <p:spPr>
          <a:xfrm>
            <a:off x="581025" y="365125"/>
            <a:ext cx="11029950" cy="549275"/>
          </a:xfrm>
        </p:spPr>
        <p:txBody>
          <a:bodyPr/>
          <a:lstStyle/>
          <a:p>
            <a:r>
              <a:rPr lang="en-US" noProof="0">
                <a:solidFill>
                  <a:srgbClr val="FFFDF9"/>
                </a:solidFill>
              </a:rPr>
              <a:t>Dataflow</a:t>
            </a:r>
            <a:endParaRPr lang="en-US">
              <a:solidFill>
                <a:srgbClr val="FFFDF9"/>
              </a:solidFill>
            </a:endParaRPr>
          </a:p>
        </p:txBody>
      </p:sp>
      <p:sp>
        <p:nvSpPr>
          <p:cNvPr id="15" name="Rectangle: Rounded Corners 19">
            <a:extLst>
              <a:ext uri="{FF2B5EF4-FFF2-40B4-BE49-F238E27FC236}">
                <a16:creationId xmlns:a16="http://schemas.microsoft.com/office/drawing/2014/main" id="{AE7A1D5C-464F-042A-E49E-E5BA6A57AC4D}"/>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3F9098F8-C6AF-DFE9-4476-8CD04F771997}"/>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D217E124-96BE-DE3F-6458-521CCAB1E583}"/>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3" name="Picture 2" descr="Data Integration logo">
            <a:extLst>
              <a:ext uri="{FF2B5EF4-FFF2-40B4-BE49-F238E27FC236}">
                <a16:creationId xmlns:a16="http://schemas.microsoft.com/office/drawing/2014/main" id="{ED217B0F-41F7-C5E0-14C1-0EE58CD29059}"/>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AD477731-6963-9E1C-AECA-48D91E7BEFEF}"/>
              </a:ext>
            </a:extLst>
          </p:cNvPr>
          <p:cNvSpPr txBox="1"/>
          <p:nvPr/>
        </p:nvSpPr>
        <p:spPr>
          <a:xfrm>
            <a:off x="581025" y="1489834"/>
            <a:ext cx="3472915" cy="1661993"/>
          </a:xfrm>
          <a:prstGeom prst="rect">
            <a:avLst/>
          </a:prstGeom>
          <a:noFill/>
        </p:spPr>
        <p:txBody>
          <a:bodyPr wrap="square" lIns="0" tIns="0" rIns="0" bIns="0">
            <a:spAutoFit/>
          </a:bodyPr>
          <a:lstStyle/>
          <a:p>
            <a:pPr marR="0" lvl="0" indent="0" defTabSz="914367" fontAlgn="auto">
              <a:lnSpc>
                <a:spcPct val="100000"/>
              </a:lnSpc>
              <a:spcBef>
                <a:spcPts val="0"/>
              </a:spcBef>
              <a:spcAft>
                <a:spcPts val="1200"/>
              </a:spcAft>
              <a:buClrTx/>
              <a:buSzTx/>
              <a:buFontTx/>
              <a:buNone/>
              <a:tabLst/>
              <a:defRPr/>
            </a:pPr>
            <a:r>
              <a:rPr lang="en-US" sz="1400">
                <a:solidFill>
                  <a:srgbClr val="FFFFFF"/>
                </a:solidFill>
                <a:latin typeface="Segoe Sans Display Semibold" pitchFamily="2" charset="0"/>
                <a:cs typeface="Segoe Sans Display Semibold" pitchFamily="2" charset="0"/>
              </a:rPr>
              <a:t>Dataflow</a:t>
            </a:r>
            <a:r>
              <a:rPr lang="en-US" sz="1400">
                <a:solidFill>
                  <a:srgbClr val="FFFFFF"/>
                </a:solidFill>
                <a:cs typeface="Segoe Sans Text" pitchFamily="2" charset="0"/>
              </a:rPr>
              <a:t> provides a low-code interface for ingesting data from hundreds of data sources</a:t>
            </a:r>
          </a:p>
          <a:p>
            <a:pPr marR="0" lvl="0" indent="0" defTabSz="914367" fontAlgn="auto">
              <a:lnSpc>
                <a:spcPct val="100000"/>
              </a:lnSpc>
              <a:spcBef>
                <a:spcPts val="0"/>
              </a:spcBef>
              <a:spcAft>
                <a:spcPts val="1200"/>
              </a:spcAft>
              <a:buClrTx/>
              <a:buSzTx/>
              <a:buFontTx/>
              <a:buNone/>
              <a:tabLst/>
              <a:defRPr/>
            </a:pPr>
            <a:r>
              <a:rPr lang="en-US" sz="1400">
                <a:solidFill>
                  <a:srgbClr val="FFFFFF"/>
                </a:solidFill>
                <a:cs typeface="Segoe Sans Text" pitchFamily="2" charset="0"/>
              </a:rPr>
              <a:t>Dataflow quickly and easily unify disparate data sources, establish a more collaborative analytics approach, and promote more informed, agile decision making</a:t>
            </a:r>
          </a:p>
        </p:txBody>
      </p:sp>
      <p:cxnSp>
        <p:nvCxnSpPr>
          <p:cNvPr id="34" name="Straight Connector 33">
            <a:extLst>
              <a:ext uri="{FF2B5EF4-FFF2-40B4-BE49-F238E27FC236}">
                <a16:creationId xmlns:a16="http://schemas.microsoft.com/office/drawing/2014/main" id="{28471721-E2D5-19CA-8E39-F4DF2BEF8300}"/>
              </a:ext>
              <a:ext uri="{C183D7F6-B498-43B3-948B-1728B52AA6E4}">
                <adec:decorative xmlns:adec="http://schemas.microsoft.com/office/drawing/2017/decorative" val="1"/>
              </a:ext>
            </a:extLst>
          </p:cNvPr>
          <p:cNvCxnSpPr>
            <a:cxnSpLocks/>
          </p:cNvCxnSpPr>
          <p:nvPr/>
        </p:nvCxnSpPr>
        <p:spPr>
          <a:xfrm>
            <a:off x="581025" y="3337417"/>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F2EFB07-0EC5-434A-4160-59330E404C86}"/>
              </a:ext>
            </a:extLst>
          </p:cNvPr>
          <p:cNvSpPr txBox="1"/>
          <p:nvPr/>
        </p:nvSpPr>
        <p:spPr>
          <a:xfrm>
            <a:off x="581025" y="3523007"/>
            <a:ext cx="3472915" cy="1711238"/>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Accelerate data transformation with code-free data flows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Scale out using Fabric compute and Data Factory fast copy</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Load results of data transformations into multiple destinations (Azure SQL Databases, Lakehouse, etc.)</a:t>
            </a:r>
          </a:p>
        </p:txBody>
      </p:sp>
      <p:pic>
        <p:nvPicPr>
          <p:cNvPr id="2" name="Picture 1" descr="A screen capture of approximately 50 of the 250 data connectors in Microsoft Fabric, ranging from Excel workbooks to Parquet files. Each data source is displayed as a thumb nail and provides the user to select unique connectors or directly drag a file from your computer.">
            <a:extLst>
              <a:ext uri="{FF2B5EF4-FFF2-40B4-BE49-F238E27FC236}">
                <a16:creationId xmlns:a16="http://schemas.microsoft.com/office/drawing/2014/main" id="{C99D5625-EB88-3EAA-79A4-41C77D1FF1E9}"/>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b="-1383"/>
          <a:stretch/>
        </p:blipFill>
        <p:spPr>
          <a:xfrm>
            <a:off x="5158765" y="1663843"/>
            <a:ext cx="6237872" cy="3567392"/>
          </a:xfrm>
          <a:prstGeom prst="roundRect">
            <a:avLst>
              <a:gd name="adj" fmla="val 1914"/>
            </a:avLst>
          </a:prstGeom>
          <a:solidFill>
            <a:srgbClr val="979695"/>
          </a:solidFill>
        </p:spPr>
      </p:pic>
    </p:spTree>
    <p:extLst>
      <p:ext uri="{BB962C8B-B14F-4D97-AF65-F5344CB8AC3E}">
        <p14:creationId xmlns:p14="http://schemas.microsoft.com/office/powerpoint/2010/main" val="125081629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760CD-AFBD-0C6B-EFCC-7A8A14C6EB4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DF46579-B923-84B4-EB22-F46C04520ECB}"/>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20">
            <a:extLst>
              <a:ext uri="{FF2B5EF4-FFF2-40B4-BE49-F238E27FC236}">
                <a16:creationId xmlns:a16="http://schemas.microsoft.com/office/drawing/2014/main" id="{B430FBCF-15F9-C55A-C8D5-8A813B5041D4}"/>
              </a:ext>
            </a:extLst>
          </p:cNvPr>
          <p:cNvSpPr>
            <a:spLocks noGrp="1"/>
          </p:cNvSpPr>
          <p:nvPr>
            <p:ph type="title"/>
          </p:nvPr>
        </p:nvSpPr>
        <p:spPr>
          <a:xfrm>
            <a:off x="581025" y="365125"/>
            <a:ext cx="11029950" cy="549275"/>
          </a:xfrm>
        </p:spPr>
        <p:txBody>
          <a:bodyPr anchor="t"/>
          <a:lstStyle/>
          <a:p>
            <a:r>
              <a:rPr lang="en-US" noProof="0" dirty="0">
                <a:solidFill>
                  <a:srgbClr val="FFFDF9"/>
                </a:solidFill>
              </a:rPr>
              <a:t>Dataflow |</a:t>
            </a:r>
            <a:br>
              <a:rPr lang="en-US" noProof="0" dirty="0">
                <a:solidFill>
                  <a:srgbClr val="FFFDF9"/>
                </a:solidFill>
              </a:rPr>
            </a:br>
            <a:r>
              <a:rPr lang="en-US" noProof="0" dirty="0">
                <a:solidFill>
                  <a:srgbClr val="FFFDF9"/>
                </a:solidFill>
              </a:rPr>
              <a:t>Output to Lakehouse</a:t>
            </a:r>
            <a:endParaRPr lang="en-US" dirty="0">
              <a:solidFill>
                <a:srgbClr val="FFFDF9"/>
              </a:solidFill>
            </a:endParaRPr>
          </a:p>
        </p:txBody>
      </p:sp>
      <p:sp>
        <p:nvSpPr>
          <p:cNvPr id="15" name="Rectangle: Rounded Corners 19">
            <a:extLst>
              <a:ext uri="{FF2B5EF4-FFF2-40B4-BE49-F238E27FC236}">
                <a16:creationId xmlns:a16="http://schemas.microsoft.com/office/drawing/2014/main" id="{C5707C87-FC67-CD17-97D7-372DF244BBD1}"/>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raphic 51">
            <a:extLst>
              <a:ext uri="{FF2B5EF4-FFF2-40B4-BE49-F238E27FC236}">
                <a16:creationId xmlns:a16="http://schemas.microsoft.com/office/drawing/2014/main" id="{F2740281-FD6C-D7FF-F3A2-49BB343C7A6B}"/>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1" name="Rectangle: Rounded Corners 8">
            <a:extLst>
              <a:ext uri="{FF2B5EF4-FFF2-40B4-BE49-F238E27FC236}">
                <a16:creationId xmlns:a16="http://schemas.microsoft.com/office/drawing/2014/main" id="{D51D2D32-DDD3-0E05-A1A5-C328EA6BD10C}"/>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9" name="Picture 8" descr="Data Integration logo">
            <a:extLst>
              <a:ext uri="{FF2B5EF4-FFF2-40B4-BE49-F238E27FC236}">
                <a16:creationId xmlns:a16="http://schemas.microsoft.com/office/drawing/2014/main" id="{B5F51AF7-96A7-3EB4-9D50-D334933B571F}"/>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DABCCBFD-B2E3-081C-6B21-58B791CC518B}"/>
              </a:ext>
            </a:extLst>
          </p:cNvPr>
          <p:cNvSpPr txBox="1"/>
          <p:nvPr/>
        </p:nvSpPr>
        <p:spPr>
          <a:xfrm>
            <a:off x="581025" y="1489834"/>
            <a:ext cx="3472915" cy="2246769"/>
          </a:xfrm>
          <a:prstGeom prst="rect">
            <a:avLst/>
          </a:prstGeom>
          <a:noFill/>
        </p:spPr>
        <p:txBody>
          <a:bodyPr wrap="square" lIns="0" tIns="0" rIns="0" bIns="0">
            <a:spAutoFit/>
          </a:bodyPr>
          <a:lstStyle/>
          <a:p>
            <a:pPr marR="0" lvl="0" indent="0" defTabSz="914367" fontAlgn="auto">
              <a:lnSpc>
                <a:spcPct val="100000"/>
              </a:lnSpc>
              <a:spcBef>
                <a:spcPts val="0"/>
              </a:spcBef>
              <a:spcAft>
                <a:spcPts val="1200"/>
              </a:spcAft>
              <a:buClrTx/>
              <a:buSzTx/>
              <a:buFontTx/>
              <a:buNone/>
              <a:tabLst/>
              <a:defRPr/>
            </a:pPr>
            <a:r>
              <a:rPr lang="en-US" sz="1400" dirty="0">
                <a:solidFill>
                  <a:srgbClr val="FFFFFF"/>
                </a:solidFill>
                <a:latin typeface="Segoe Sans Display Semibold" pitchFamily="2" charset="0"/>
                <a:cs typeface="Segoe Sans Display Semibold" pitchFamily="2" charset="0"/>
              </a:rPr>
              <a:t>Simply</a:t>
            </a:r>
            <a:r>
              <a:rPr lang="en-US" sz="1400" dirty="0">
                <a:solidFill>
                  <a:srgbClr val="FFFFFF"/>
                </a:solidFill>
                <a:cs typeface="Segoe Sans Text" pitchFamily="2" charset="0"/>
              </a:rPr>
              <a:t> write into a Lakehouse from a Dataflow </a:t>
            </a:r>
          </a:p>
          <a:p>
            <a:pPr marR="0" lvl="0" indent="0" defTabSz="914367" fontAlgn="auto">
              <a:lnSpc>
                <a:spcPct val="100000"/>
              </a:lnSpc>
              <a:spcBef>
                <a:spcPts val="0"/>
              </a:spcBef>
              <a:spcAft>
                <a:spcPts val="1200"/>
              </a:spcAft>
              <a:buClrTx/>
              <a:buSzTx/>
              <a:buFontTx/>
              <a:buNone/>
              <a:tabLst/>
              <a:defRPr/>
            </a:pPr>
            <a:r>
              <a:rPr lang="en-US" sz="1400" dirty="0">
                <a:solidFill>
                  <a:srgbClr val="FFFFFF"/>
                </a:solidFill>
                <a:cs typeface="Segoe Sans Text" pitchFamily="2" charset="0"/>
              </a:rPr>
              <a:t>Users select the Lakehouse output destination from the list and configure the connection</a:t>
            </a:r>
          </a:p>
          <a:p>
            <a:pPr marR="0" lvl="0" indent="0" defTabSz="914367" fontAlgn="auto">
              <a:lnSpc>
                <a:spcPct val="100000"/>
              </a:lnSpc>
              <a:spcBef>
                <a:spcPts val="0"/>
              </a:spcBef>
              <a:spcAft>
                <a:spcPts val="1200"/>
              </a:spcAft>
              <a:buClrTx/>
              <a:buSzTx/>
              <a:buFontTx/>
              <a:buNone/>
              <a:tabLst/>
              <a:defRPr/>
            </a:pPr>
            <a:r>
              <a:rPr lang="en-US" sz="1400" dirty="0">
                <a:solidFill>
                  <a:srgbClr val="FFFFFF"/>
                </a:solidFill>
                <a:cs typeface="Segoe Sans Text" pitchFamily="2" charset="0"/>
              </a:rPr>
              <a:t>This requires the Lakehouse connector to be installed as a custom connector into your data gateway when loading data from on-premise</a:t>
            </a:r>
          </a:p>
        </p:txBody>
      </p:sp>
      <p:grpSp>
        <p:nvGrpSpPr>
          <p:cNvPr id="2" name="Group 1" descr="A screen capture of how to add a data destination in Microsoft Fabric. Within the image, it also showcases a drop-down button where you can click on 5 unique data destinations, with Lakehouse highlighted.">
            <a:extLst>
              <a:ext uri="{FF2B5EF4-FFF2-40B4-BE49-F238E27FC236}">
                <a16:creationId xmlns:a16="http://schemas.microsoft.com/office/drawing/2014/main" id="{EA3193AE-ED6E-96E3-0F17-ADADAD9930AA}"/>
              </a:ext>
            </a:extLst>
          </p:cNvPr>
          <p:cNvGrpSpPr>
            <a:grpSpLocks/>
          </p:cNvGrpSpPr>
          <p:nvPr/>
        </p:nvGrpSpPr>
        <p:grpSpPr>
          <a:xfrm>
            <a:off x="5149464" y="1663843"/>
            <a:ext cx="6247172" cy="3567392"/>
            <a:chOff x="5338628" y="1968135"/>
            <a:chExt cx="6316332" cy="3615131"/>
          </a:xfrm>
        </p:grpSpPr>
        <p:pic>
          <p:nvPicPr>
            <p:cNvPr id="3" name="Picture 2" descr="A screenshot of a computer&#10;&#10;Description automatically generated">
              <a:extLst>
                <a:ext uri="{FF2B5EF4-FFF2-40B4-BE49-F238E27FC236}">
                  <a16:creationId xmlns:a16="http://schemas.microsoft.com/office/drawing/2014/main" id="{14F09705-A959-FB0B-6759-8CD80EDF5A0F}"/>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b="-1634"/>
            <a:stretch/>
          </p:blipFill>
          <p:spPr>
            <a:xfrm>
              <a:off x="5338628" y="1968135"/>
              <a:ext cx="6316332" cy="3615131"/>
            </a:xfrm>
            <a:prstGeom prst="roundRect">
              <a:avLst>
                <a:gd name="adj" fmla="val 1914"/>
              </a:avLst>
            </a:prstGeom>
            <a:solidFill>
              <a:srgbClr val="F3F2F0"/>
            </a:solidFill>
          </p:spPr>
        </p:pic>
        <p:sp>
          <p:nvSpPr>
            <p:cNvPr id="8" name="Rectangle 7">
              <a:extLst>
                <a:ext uri="{FF2B5EF4-FFF2-40B4-BE49-F238E27FC236}">
                  <a16:creationId xmlns:a16="http://schemas.microsoft.com/office/drawing/2014/main" id="{19FEBB25-A7D1-3ED5-9E38-0B6870850760}"/>
                </a:ext>
              </a:extLst>
            </p:cNvPr>
            <p:cNvSpPr/>
            <p:nvPr/>
          </p:nvSpPr>
          <p:spPr bwMode="auto">
            <a:xfrm>
              <a:off x="6966857" y="2690952"/>
              <a:ext cx="775063" cy="95792"/>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grpSp>
    </p:spTree>
    <p:extLst>
      <p:ext uri="{BB962C8B-B14F-4D97-AF65-F5344CB8AC3E}">
        <p14:creationId xmlns:p14="http://schemas.microsoft.com/office/powerpoint/2010/main" val="172103597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itle 81">
            <a:extLst>
              <a:ext uri="{FF2B5EF4-FFF2-40B4-BE49-F238E27FC236}">
                <a16:creationId xmlns:a16="http://schemas.microsoft.com/office/drawing/2014/main" id="{4E0D05A2-62C9-EDE4-E09B-8B44D60E4655}"/>
              </a:ext>
            </a:extLst>
          </p:cNvPr>
          <p:cNvSpPr>
            <a:spLocks noGrp="1"/>
          </p:cNvSpPr>
          <p:nvPr>
            <p:ph type="title"/>
          </p:nvPr>
        </p:nvSpPr>
        <p:spPr>
          <a:xfrm>
            <a:off x="581025" y="365125"/>
            <a:ext cx="11029950" cy="549275"/>
          </a:xfrm>
        </p:spPr>
        <p:txBody>
          <a:bodyPr/>
          <a:lstStyle/>
          <a:p>
            <a:r>
              <a:rPr lang="en-CA" noProof="0"/>
              <a:t>Unifying data in </a:t>
            </a:r>
            <a:r>
              <a:rPr lang="en-CA" noProof="0" err="1"/>
              <a:t>OneLake</a:t>
            </a:r>
            <a:endParaRPr lang="en-US"/>
          </a:p>
        </p:txBody>
      </p:sp>
      <p:sp>
        <p:nvSpPr>
          <p:cNvPr id="14" name="Text Placeholder 2">
            <a:extLst>
              <a:ext uri="{FF2B5EF4-FFF2-40B4-BE49-F238E27FC236}">
                <a16:creationId xmlns:a16="http://schemas.microsoft.com/office/drawing/2014/main" id="{4CC097CC-780D-A72B-907C-1BFE639371E9}"/>
              </a:ext>
            </a:extLst>
          </p:cNvPr>
          <p:cNvSpPr txBox="1">
            <a:spLocks/>
          </p:cNvSpPr>
          <p:nvPr/>
        </p:nvSpPr>
        <p:spPr>
          <a:xfrm>
            <a:off x="584199" y="1042980"/>
            <a:ext cx="1246944" cy="276999"/>
          </a:xfrm>
          <a:prstGeom prst="rect">
            <a:avLst/>
          </a:prstGeom>
        </p:spPr>
        <p:txBody>
          <a:bodyPr wrap="none" lIns="0" tIns="0" rIns="0" bIns="0">
            <a:spAutoFit/>
          </a:bodyPr>
          <a:lstStyle>
            <a:defPPr>
              <a:defRPr lang="en-US"/>
            </a:defPPr>
            <a:lvl1pPr marR="0" lvl="0" indent="0" defTabSz="932742" fontAlgn="auto">
              <a:lnSpc>
                <a:spcPct val="100000"/>
              </a:lnSpc>
              <a:spcBef>
                <a:spcPts val="0"/>
              </a:spcBef>
              <a:spcAft>
                <a:spcPts val="0"/>
              </a:spcAft>
              <a:buClrTx/>
              <a:buSzPct val="90000"/>
              <a:buFont typeface="Wingdings" panose="05000000000000000000" pitchFamily="2" charset="2"/>
              <a:buNone/>
              <a:tabLst/>
              <a:defRPr spc="0" baseline="0">
                <a:solidFill>
                  <a:schemeClr val="bg1"/>
                </a:solidFill>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a:t>Data Factory</a:t>
            </a:r>
          </a:p>
        </p:txBody>
      </p:sp>
      <p:sp>
        <p:nvSpPr>
          <p:cNvPr id="25" name="Rounded Rectangle 38">
            <a:extLst>
              <a:ext uri="{FF2B5EF4-FFF2-40B4-BE49-F238E27FC236}">
                <a16:creationId xmlns:a16="http://schemas.microsoft.com/office/drawing/2014/main" id="{406FF20A-4615-5C9B-3F25-A61BBE1FA51E}"/>
              </a:ext>
              <a:ext uri="{C183D7F6-B498-43B3-948B-1728B52AA6E4}">
                <adec:decorative xmlns:adec="http://schemas.microsoft.com/office/drawing/2017/decorative" val="1"/>
              </a:ext>
            </a:extLst>
          </p:cNvPr>
          <p:cNvSpPr>
            <a:spLocks/>
          </p:cNvSpPr>
          <p:nvPr/>
        </p:nvSpPr>
        <p:spPr bwMode="auto">
          <a:xfrm>
            <a:off x="581027" y="1698625"/>
            <a:ext cx="3611595" cy="4608515"/>
          </a:xfrm>
          <a:prstGeom prst="roundRect">
            <a:avLst>
              <a:gd name="adj" fmla="val 2615"/>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600">
              <a:solidFill>
                <a:srgbClr val="225B61"/>
              </a:solidFill>
              <a:latin typeface="Segoe Sans Text Semilight"/>
              <a:cs typeface="Segoe UI" panose="020B0502040204020203" pitchFamily="34" charset="0"/>
            </a:endParaRPr>
          </a:p>
        </p:txBody>
      </p:sp>
      <p:sp>
        <p:nvSpPr>
          <p:cNvPr id="17" name="Title 3">
            <a:extLst>
              <a:ext uri="{FF2B5EF4-FFF2-40B4-BE49-F238E27FC236}">
                <a16:creationId xmlns:a16="http://schemas.microsoft.com/office/drawing/2014/main" id="{2BDB8591-F34B-2AC4-05E1-8F1B0F89199B}"/>
              </a:ext>
            </a:extLst>
          </p:cNvPr>
          <p:cNvSpPr txBox="1">
            <a:spLocks/>
          </p:cNvSpPr>
          <p:nvPr/>
        </p:nvSpPr>
        <p:spPr>
          <a:xfrm>
            <a:off x="581026" y="1879239"/>
            <a:ext cx="3611595" cy="677148"/>
          </a:xfrm>
          <a:prstGeom prst="rect">
            <a:avLst/>
          </a:prstGeom>
          <a:solidFill>
            <a:schemeClr val="bg2">
              <a:lumMod val="20000"/>
              <a:lumOff val="80000"/>
            </a:schemeClr>
          </a:solidFill>
        </p:spPr>
        <p:txBody>
          <a:bodyPr vert="horz" wrap="square" lIns="91440" tIns="45720" rIns="91440" bIns="45720" rtlCol="0" anchor="ctr">
            <a:no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a:ln>
                  <a:noFill/>
                </a:ln>
                <a:solidFill>
                  <a:schemeClr val="bg1"/>
                </a:solidFill>
                <a:effectLst/>
                <a:uLnTx/>
                <a:uFillTx/>
                <a:latin typeface="Segoe Sans Display Semibold" pitchFamily="2" charset="0"/>
                <a:cs typeface="Segoe Sans Display Semibold" pitchFamily="2" charset="0"/>
              </a:rPr>
              <a:t>Seamlessly connect to</a:t>
            </a:r>
            <a:br>
              <a:rPr lang="en-US" sz="1800">
                <a:solidFill>
                  <a:schemeClr val="bg1"/>
                </a:solidFill>
                <a:latin typeface="Segoe Sans Display Semibold" pitchFamily="2" charset="0"/>
                <a:cs typeface="Segoe Sans Display Semibold" pitchFamily="2" charset="0"/>
              </a:rPr>
            </a:br>
            <a:r>
              <a:rPr kumimoji="0" lang="en-US" sz="1800" b="0" i="0" u="none" strike="noStrike" kern="1200" cap="none" spc="-50" normalizeH="0" baseline="0" noProof="0">
                <a:ln w="3175">
                  <a:noFill/>
                </a:ln>
                <a:solidFill>
                  <a:schemeClr val="accent3"/>
                </a:solidFill>
                <a:effectLst/>
                <a:uLnTx/>
                <a:uFillTx/>
                <a:latin typeface="Segoe Sans Display Semibold" pitchFamily="2" charset="0"/>
                <a:cs typeface="Segoe Sans Display Semibold" pitchFamily="2" charset="0"/>
              </a:rPr>
              <a:t>more than 170+ </a:t>
            </a:r>
            <a:r>
              <a:rPr kumimoji="0" lang="en-US" sz="1800" b="1" i="0" u="none" strike="noStrike" kern="1200" cap="none" spc="0" normalizeH="0" baseline="0" noProof="0">
                <a:ln>
                  <a:noFill/>
                </a:ln>
                <a:solidFill>
                  <a:schemeClr val="bg1"/>
                </a:solidFill>
                <a:effectLst/>
                <a:uLnTx/>
                <a:uFillTx/>
                <a:latin typeface="Segoe Sans Display Semibold" pitchFamily="2" charset="0"/>
                <a:cs typeface="Segoe Sans Display Semibold" pitchFamily="2" charset="0"/>
              </a:rPr>
              <a:t>data stores</a:t>
            </a:r>
          </a:p>
        </p:txBody>
      </p:sp>
      <p:pic>
        <p:nvPicPr>
          <p:cNvPr id="7" name="Graphic 6" descr="Azure Custom logo">
            <a:extLst>
              <a:ext uri="{FF2B5EF4-FFF2-40B4-BE49-F238E27FC236}">
                <a16:creationId xmlns:a16="http://schemas.microsoft.com/office/drawing/2014/main" id="{97EC12E6-7931-B35F-11CE-9727496B62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4639" y="2767662"/>
            <a:ext cx="633408" cy="633408"/>
          </a:xfrm>
          <a:prstGeom prst="rect">
            <a:avLst/>
          </a:prstGeom>
        </p:spPr>
      </p:pic>
      <p:pic>
        <p:nvPicPr>
          <p:cNvPr id="8" name="Graphic 7" descr="Azure Data Catalog logo">
            <a:extLst>
              <a:ext uri="{FF2B5EF4-FFF2-40B4-BE49-F238E27FC236}">
                <a16:creationId xmlns:a16="http://schemas.microsoft.com/office/drawing/2014/main" id="{8FC84218-52E0-5683-8373-EFC8DC54B4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7820" y="3708961"/>
            <a:ext cx="530848" cy="530848"/>
          </a:xfrm>
          <a:prstGeom prst="rect">
            <a:avLst/>
          </a:prstGeom>
        </p:spPr>
      </p:pic>
      <p:pic>
        <p:nvPicPr>
          <p:cNvPr id="4" name="Graphic 3" descr="Azure Data Factory Icon">
            <a:extLst>
              <a:ext uri="{FF2B5EF4-FFF2-40B4-BE49-F238E27FC236}">
                <a16:creationId xmlns:a16="http://schemas.microsoft.com/office/drawing/2014/main" id="{665BDF38-4DFA-EBD1-8C7C-7C3C4040F7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8038" y="4650614"/>
            <a:ext cx="446612" cy="446612"/>
          </a:xfrm>
          <a:prstGeom prst="rect">
            <a:avLst/>
          </a:prstGeom>
        </p:spPr>
      </p:pic>
      <p:pic>
        <p:nvPicPr>
          <p:cNvPr id="5" name="Graphic 4" descr="Purview logo">
            <a:extLst>
              <a:ext uri="{FF2B5EF4-FFF2-40B4-BE49-F238E27FC236}">
                <a16:creationId xmlns:a16="http://schemas.microsoft.com/office/drawing/2014/main" id="{C573C8DA-C3B0-2A93-2E0A-61162861594F}"/>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t="12776" b="12776"/>
          <a:stretch/>
        </p:blipFill>
        <p:spPr>
          <a:xfrm>
            <a:off x="1484484" y="5479596"/>
            <a:ext cx="649434" cy="483488"/>
          </a:xfrm>
          <a:prstGeom prst="rect">
            <a:avLst/>
          </a:prstGeom>
        </p:spPr>
      </p:pic>
      <p:grpSp>
        <p:nvGrpSpPr>
          <p:cNvPr id="1045" name="Group 1044" descr="Group of arrows pointing to the left">
            <a:extLst>
              <a:ext uri="{FF2B5EF4-FFF2-40B4-BE49-F238E27FC236}">
                <a16:creationId xmlns:a16="http://schemas.microsoft.com/office/drawing/2014/main" id="{7BB7B7AF-3560-E634-8941-FE32002F35B6}"/>
              </a:ext>
            </a:extLst>
          </p:cNvPr>
          <p:cNvGrpSpPr/>
          <p:nvPr/>
        </p:nvGrpSpPr>
        <p:grpSpPr>
          <a:xfrm>
            <a:off x="1794288" y="2682470"/>
            <a:ext cx="1290353" cy="3430560"/>
            <a:chOff x="1972628" y="2631675"/>
            <a:chExt cx="1290353" cy="3430560"/>
          </a:xfrm>
        </p:grpSpPr>
        <p:sp>
          <p:nvSpPr>
            <p:cNvPr id="10" name="Arc 9">
              <a:extLst>
                <a:ext uri="{FF2B5EF4-FFF2-40B4-BE49-F238E27FC236}">
                  <a16:creationId xmlns:a16="http://schemas.microsoft.com/office/drawing/2014/main" id="{07ABCABC-A65B-0DE1-B7CC-545F6DDAA018}"/>
                </a:ext>
              </a:extLst>
            </p:cNvPr>
            <p:cNvSpPr/>
            <p:nvPr/>
          </p:nvSpPr>
          <p:spPr>
            <a:xfrm rot="10800000" flipV="1">
              <a:off x="1989221" y="4598407"/>
              <a:ext cx="1273760" cy="1463828"/>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sp>
          <p:nvSpPr>
            <p:cNvPr id="11" name="Arc 10">
              <a:extLst>
                <a:ext uri="{FF2B5EF4-FFF2-40B4-BE49-F238E27FC236}">
                  <a16:creationId xmlns:a16="http://schemas.microsoft.com/office/drawing/2014/main" id="{C1828D33-63AD-2EE7-E5C3-D7ECD54B9DDB}"/>
                </a:ext>
              </a:extLst>
            </p:cNvPr>
            <p:cNvSpPr/>
            <p:nvPr/>
          </p:nvSpPr>
          <p:spPr>
            <a:xfrm rot="10800000">
              <a:off x="1972628" y="2631675"/>
              <a:ext cx="1273760" cy="1623525"/>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sp>
          <p:nvSpPr>
            <p:cNvPr id="12" name="Arc 11">
              <a:extLst>
                <a:ext uri="{FF2B5EF4-FFF2-40B4-BE49-F238E27FC236}">
                  <a16:creationId xmlns:a16="http://schemas.microsoft.com/office/drawing/2014/main" id="{79D8F0F6-3C95-703C-8D3E-93D254AB1887}"/>
                </a:ext>
              </a:extLst>
            </p:cNvPr>
            <p:cNvSpPr/>
            <p:nvPr/>
          </p:nvSpPr>
          <p:spPr>
            <a:xfrm rot="10800000">
              <a:off x="1985864" y="3758590"/>
              <a:ext cx="1250278" cy="613316"/>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sp>
          <p:nvSpPr>
            <p:cNvPr id="13" name="Arc 12">
              <a:extLst>
                <a:ext uri="{FF2B5EF4-FFF2-40B4-BE49-F238E27FC236}">
                  <a16:creationId xmlns:a16="http://schemas.microsoft.com/office/drawing/2014/main" id="{281C5731-DE80-74DE-6D90-D4D0B0949A3F}"/>
                </a:ext>
              </a:extLst>
            </p:cNvPr>
            <p:cNvSpPr/>
            <p:nvPr/>
          </p:nvSpPr>
          <p:spPr>
            <a:xfrm rot="10800000" flipV="1">
              <a:off x="1985862" y="4473693"/>
              <a:ext cx="1250278" cy="611901"/>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grpSp>
      <p:pic>
        <p:nvPicPr>
          <p:cNvPr id="3" name="Graphic 2">
            <a:extLst>
              <a:ext uri="{FF2B5EF4-FFF2-40B4-BE49-F238E27FC236}">
                <a16:creationId xmlns:a16="http://schemas.microsoft.com/office/drawing/2014/main" id="{6417DB7F-FD27-6FC4-E437-49596CD6FBDA}"/>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86023" y="3639883"/>
            <a:ext cx="1391709" cy="1391709"/>
          </a:xfrm>
          <a:prstGeom prst="rect">
            <a:avLst/>
          </a:prstGeom>
        </p:spPr>
      </p:pic>
      <p:sp>
        <p:nvSpPr>
          <p:cNvPr id="6" name="TextBox 5">
            <a:extLst>
              <a:ext uri="{FF2B5EF4-FFF2-40B4-BE49-F238E27FC236}">
                <a16:creationId xmlns:a16="http://schemas.microsoft.com/office/drawing/2014/main" id="{FC38D1B5-5F62-FF01-452E-F4ECCD63F1E2}"/>
              </a:ext>
            </a:extLst>
          </p:cNvPr>
          <p:cNvSpPr txBox="1"/>
          <p:nvPr/>
        </p:nvSpPr>
        <p:spPr>
          <a:xfrm>
            <a:off x="2630517" y="5121601"/>
            <a:ext cx="1133271"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Segoe Sans Display Semibold" pitchFamily="2" charset="0"/>
                <a:cs typeface="Segoe Sans Display Semibold" pitchFamily="2" charset="0"/>
              </a:rPr>
              <a:t>Data Factory</a:t>
            </a:r>
          </a:p>
        </p:txBody>
      </p:sp>
      <p:sp>
        <p:nvSpPr>
          <p:cNvPr id="240" name="Rounded Rectangle 38">
            <a:extLst>
              <a:ext uri="{FF2B5EF4-FFF2-40B4-BE49-F238E27FC236}">
                <a16:creationId xmlns:a16="http://schemas.microsoft.com/office/drawing/2014/main" id="{921A77A7-D782-7788-37A2-E6C6F11B172F}"/>
              </a:ext>
              <a:ext uri="{C183D7F6-B498-43B3-948B-1728B52AA6E4}">
                <adec:decorative xmlns:adec="http://schemas.microsoft.com/office/drawing/2017/decorative" val="1"/>
              </a:ext>
            </a:extLst>
          </p:cNvPr>
          <p:cNvSpPr>
            <a:spLocks/>
          </p:cNvSpPr>
          <p:nvPr/>
        </p:nvSpPr>
        <p:spPr bwMode="auto">
          <a:xfrm>
            <a:off x="4289899" y="1207416"/>
            <a:ext cx="7330600" cy="5100640"/>
          </a:xfrm>
          <a:prstGeom prst="roundRect">
            <a:avLst>
              <a:gd name="adj" fmla="val 1848"/>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pic>
        <p:nvPicPr>
          <p:cNvPr id="200" name="Graphic 199">
            <a:extLst>
              <a:ext uri="{FF2B5EF4-FFF2-40B4-BE49-F238E27FC236}">
                <a16:creationId xmlns:a16="http://schemas.microsoft.com/office/drawing/2014/main" id="{9683C0B2-D525-01DA-0714-C08550693709}"/>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582804" y="1909833"/>
            <a:ext cx="221586" cy="221586"/>
          </a:xfrm>
          <a:prstGeom prst="rect">
            <a:avLst/>
          </a:prstGeom>
        </p:spPr>
      </p:pic>
      <p:pic>
        <p:nvPicPr>
          <p:cNvPr id="180" name="Graphic 179">
            <a:extLst>
              <a:ext uri="{FF2B5EF4-FFF2-40B4-BE49-F238E27FC236}">
                <a16:creationId xmlns:a16="http://schemas.microsoft.com/office/drawing/2014/main" id="{6FA5F795-990A-0A89-7795-569A079F1CF2}"/>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398205" y="1909833"/>
            <a:ext cx="221586" cy="221586"/>
          </a:xfrm>
          <a:prstGeom prst="rect">
            <a:avLst/>
          </a:prstGeom>
        </p:spPr>
      </p:pic>
      <p:pic>
        <p:nvPicPr>
          <p:cNvPr id="1050" name="Picture 26">
            <a:extLst>
              <a:ext uri="{FF2B5EF4-FFF2-40B4-BE49-F238E27FC236}">
                <a16:creationId xmlns:a16="http://schemas.microsoft.com/office/drawing/2014/main" id="{52F9A2B3-3FFA-352B-4839-DB83948560FA}"/>
              </a:ext>
              <a:ext uri="{C183D7F6-B498-43B3-948B-1728B52AA6E4}">
                <adec:decorative xmlns:adec="http://schemas.microsoft.com/office/drawing/2017/decorative" val="1"/>
              </a:ext>
            </a:extLst>
          </p:cNvPr>
          <p:cNvPicPr>
            <a:picLocks noChangeAspect="1" noChangeArrowheads="1"/>
          </p:cNvPicPr>
          <p:nvPr/>
        </p:nvPicPr>
        <p:blipFill>
          <a:blip r:embed="rId17" cstate="screen">
            <a:extLst>
              <a:ext uri="{28A0092B-C50C-407E-A947-70E740481C1C}">
                <a14:useLocalDpi xmlns:a14="http://schemas.microsoft.com/office/drawing/2010/main" val="0"/>
              </a:ext>
            </a:extLst>
          </a:blip>
          <a:srcRect/>
          <a:stretch>
            <a:fillRect/>
          </a:stretch>
        </p:blipFill>
        <p:spPr bwMode="auto">
          <a:xfrm>
            <a:off x="6265736" y="1850461"/>
            <a:ext cx="117326" cy="280958"/>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167F8091-5E46-A699-EFDE-566EAD38C34D}"/>
              </a:ext>
              <a:ext uri="{C183D7F6-B498-43B3-948B-1728B52AA6E4}">
                <adec:decorative xmlns:adec="http://schemas.microsoft.com/office/drawing/2017/decorative" val="1"/>
              </a:ext>
            </a:extLst>
          </p:cNvPr>
          <p:cNvPicPr>
            <a:picLocks noChangeAspect="1" noChangeArrowheads="1"/>
          </p:cNvPicPr>
          <p:nvPr/>
        </p:nvPicPr>
        <p:blipFill>
          <a:blip r:embed="rId18" cstate="screen">
            <a:extLst>
              <a:ext uri="{28A0092B-C50C-407E-A947-70E740481C1C}">
                <a14:useLocalDpi xmlns:a14="http://schemas.microsoft.com/office/drawing/2010/main" val="0"/>
              </a:ext>
            </a:extLst>
          </a:blip>
          <a:srcRect/>
          <a:stretch>
            <a:fillRect/>
          </a:stretch>
        </p:blipFill>
        <p:spPr bwMode="auto">
          <a:xfrm>
            <a:off x="11091203" y="1972785"/>
            <a:ext cx="251198" cy="158634"/>
          </a:xfrm>
          <a:prstGeom prst="rect">
            <a:avLst/>
          </a:prstGeom>
          <a:noFill/>
          <a:extLst>
            <a:ext uri="{909E8E84-426E-40DD-AFC4-6F175D3DCCD1}">
              <a14:hiddenFill xmlns:a14="http://schemas.microsoft.com/office/drawing/2010/main">
                <a:solidFill>
                  <a:srgbClr val="FFFFFF"/>
                </a:solidFill>
              </a14:hiddenFill>
            </a:ext>
          </a:extLst>
        </p:spPr>
      </p:pic>
      <p:pic>
        <p:nvPicPr>
          <p:cNvPr id="181" name="Graphic 180">
            <a:extLst>
              <a:ext uri="{FF2B5EF4-FFF2-40B4-BE49-F238E27FC236}">
                <a16:creationId xmlns:a16="http://schemas.microsoft.com/office/drawing/2014/main" id="{ABDCBA3A-189E-56F0-B6AC-9C674D965528}"/>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29007" y="1909833"/>
            <a:ext cx="221586" cy="221586"/>
          </a:xfrm>
          <a:prstGeom prst="rect">
            <a:avLst/>
          </a:prstGeom>
        </p:spPr>
      </p:pic>
      <p:pic>
        <p:nvPicPr>
          <p:cNvPr id="202" name="Graphic 201">
            <a:extLst>
              <a:ext uri="{FF2B5EF4-FFF2-40B4-BE49-F238E27FC236}">
                <a16:creationId xmlns:a16="http://schemas.microsoft.com/office/drawing/2014/main" id="{C88F9CEA-1195-44F3-9342-B4A777A3D116}"/>
              </a:ext>
              <a:ext uri="{C183D7F6-B498-43B3-948B-1728B52AA6E4}">
                <adec:decorative xmlns:adec="http://schemas.microsoft.com/office/drawing/2017/decorative" val="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582804" y="2495299"/>
            <a:ext cx="221586" cy="221586"/>
          </a:xfrm>
          <a:prstGeom prst="rect">
            <a:avLst/>
          </a:prstGeom>
        </p:spPr>
      </p:pic>
      <p:pic>
        <p:nvPicPr>
          <p:cNvPr id="225" name="Graphic 224">
            <a:extLst>
              <a:ext uri="{FF2B5EF4-FFF2-40B4-BE49-F238E27FC236}">
                <a16:creationId xmlns:a16="http://schemas.microsoft.com/office/drawing/2014/main" id="{3756613C-FE49-5EA8-E7A8-587A5B820FEB}"/>
              </a:ext>
              <a:ext uri="{C183D7F6-B498-43B3-948B-1728B52AA6E4}">
                <adec:decorative xmlns:adec="http://schemas.microsoft.com/office/drawing/2017/decorative" val="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394386" y="2486013"/>
            <a:ext cx="229224" cy="230872"/>
          </a:xfrm>
          <a:prstGeom prst="rect">
            <a:avLst/>
          </a:prstGeom>
        </p:spPr>
      </p:pic>
      <p:pic>
        <p:nvPicPr>
          <p:cNvPr id="1062" name="Picture 38">
            <a:extLst>
              <a:ext uri="{FF2B5EF4-FFF2-40B4-BE49-F238E27FC236}">
                <a16:creationId xmlns:a16="http://schemas.microsoft.com/office/drawing/2014/main" id="{B34356E4-5A95-CDA2-A760-185CF0EDC77C}"/>
              </a:ext>
              <a:ext uri="{C183D7F6-B498-43B3-948B-1728B52AA6E4}">
                <adec:decorative xmlns:adec="http://schemas.microsoft.com/office/drawing/2017/decorative" val="1"/>
              </a:ext>
            </a:extLst>
          </p:cNvPr>
          <p:cNvPicPr>
            <a:picLocks noChangeAspect="1" noChangeArrowheads="1"/>
          </p:cNvPicPr>
          <p:nvPr/>
        </p:nvPicPr>
        <p:blipFill rotWithShape="1">
          <a:blip r:embed="rId23" cstate="screen">
            <a:extLst>
              <a:ext uri="{28A0092B-C50C-407E-A947-70E740481C1C}">
                <a14:useLocalDpi xmlns:a14="http://schemas.microsoft.com/office/drawing/2010/main" val="0"/>
              </a:ext>
            </a:extLst>
          </a:blip>
          <a:srcRect l="23155" t="5469" r="23155" b="5469"/>
          <a:stretch/>
        </p:blipFill>
        <p:spPr bwMode="auto">
          <a:xfrm>
            <a:off x="7827573" y="2494753"/>
            <a:ext cx="255256" cy="222132"/>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a:extLst>
              <a:ext uri="{FF2B5EF4-FFF2-40B4-BE49-F238E27FC236}">
                <a16:creationId xmlns:a16="http://schemas.microsoft.com/office/drawing/2014/main" id="{5AD178B2-3F20-D2AA-91AF-1F4E0122C754}"/>
              </a:ext>
              <a:ext uri="{C183D7F6-B498-43B3-948B-1728B52AA6E4}">
                <adec:decorative xmlns:adec="http://schemas.microsoft.com/office/drawing/2017/decorative" val="1"/>
              </a:ext>
            </a:extLst>
          </p:cNvPr>
          <p:cNvPicPr>
            <a:picLocks noChangeAspect="1" noChangeArrowheads="1"/>
          </p:cNvPicPr>
          <p:nvPr/>
        </p:nvPicPr>
        <p:blipFill>
          <a:blip r:embed="rId24" cstate="screen">
            <a:extLst>
              <a:ext uri="{28A0092B-C50C-407E-A947-70E740481C1C}">
                <a14:useLocalDpi xmlns:a14="http://schemas.microsoft.com/office/drawing/2010/main" val="0"/>
              </a:ext>
            </a:extLst>
          </a:blip>
          <a:srcRect/>
          <a:stretch>
            <a:fillRect/>
          </a:stretch>
        </p:blipFill>
        <p:spPr bwMode="auto">
          <a:xfrm>
            <a:off x="10238976" y="2552049"/>
            <a:ext cx="324856" cy="164836"/>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a:extLst>
              <a:ext uri="{FF2B5EF4-FFF2-40B4-BE49-F238E27FC236}">
                <a16:creationId xmlns:a16="http://schemas.microsoft.com/office/drawing/2014/main" id="{0E285D8A-974D-8F63-B444-610988814949}"/>
              </a:ext>
              <a:ext uri="{C183D7F6-B498-43B3-948B-1728B52AA6E4}">
                <adec:decorative xmlns:adec="http://schemas.microsoft.com/office/drawing/2017/decorative" val="1"/>
              </a:ext>
            </a:extLst>
          </p:cNvPr>
          <p:cNvPicPr>
            <a:picLocks noChangeAspect="1" noChangeArrowheads="1"/>
          </p:cNvPicPr>
          <p:nvPr/>
        </p:nvPicPr>
        <p:blipFill rotWithShape="1">
          <a:blip r:embed="rId25" cstate="screen">
            <a:extLst>
              <a:ext uri="{28A0092B-C50C-407E-A947-70E740481C1C}">
                <a14:useLocalDpi xmlns:a14="http://schemas.microsoft.com/office/drawing/2010/main" val="0"/>
              </a:ext>
            </a:extLst>
          </a:blip>
          <a:srcRect/>
          <a:stretch/>
        </p:blipFill>
        <p:spPr bwMode="auto">
          <a:xfrm>
            <a:off x="11113317" y="2497787"/>
            <a:ext cx="206970" cy="219098"/>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04F6FB89-C6CF-741B-4983-026F73268039}"/>
              </a:ext>
              <a:ext uri="{C183D7F6-B498-43B3-948B-1728B52AA6E4}">
                <adec:decorative xmlns:adec="http://schemas.microsoft.com/office/drawing/2017/decorative" val="1"/>
              </a:ext>
            </a:extLst>
          </p:cNvPr>
          <p:cNvPicPr>
            <a:picLocks noChangeAspect="1" noChangeArrowheads="1"/>
          </p:cNvPicPr>
          <p:nvPr/>
        </p:nvPicPr>
        <p:blipFill rotWithShape="1">
          <a:blip r:embed="rId26" cstate="screen">
            <a:extLst>
              <a:ext uri="{28A0092B-C50C-407E-A947-70E740481C1C}">
                <a14:useLocalDpi xmlns:a14="http://schemas.microsoft.com/office/drawing/2010/main" val="0"/>
              </a:ext>
            </a:extLst>
          </a:blip>
          <a:srcRect/>
          <a:stretch/>
        </p:blipFill>
        <p:spPr bwMode="auto">
          <a:xfrm>
            <a:off x="7023208" y="2502881"/>
            <a:ext cx="233184" cy="214004"/>
          </a:xfrm>
          <a:prstGeom prst="rect">
            <a:avLst/>
          </a:prstGeom>
          <a:noFill/>
          <a:extLst>
            <a:ext uri="{909E8E84-426E-40DD-AFC4-6F175D3DCCD1}">
              <a14:hiddenFill xmlns:a14="http://schemas.microsoft.com/office/drawing/2010/main">
                <a:solidFill>
                  <a:srgbClr val="FFFFFF"/>
                </a:solidFill>
              </a14:hiddenFill>
            </a:ext>
          </a:extLst>
        </p:spPr>
      </p:pic>
      <p:pic>
        <p:nvPicPr>
          <p:cNvPr id="176" name="Graphic 175">
            <a:extLst>
              <a:ext uri="{FF2B5EF4-FFF2-40B4-BE49-F238E27FC236}">
                <a16:creationId xmlns:a16="http://schemas.microsoft.com/office/drawing/2014/main" id="{77CB0B71-6142-6911-B54E-1EB59B30198C}"/>
              </a:ext>
              <a:ext uri="{C183D7F6-B498-43B3-948B-1728B52AA6E4}">
                <adec:decorative xmlns:adec="http://schemas.microsoft.com/office/drawing/2017/decorative" val="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475210" y="2495299"/>
            <a:ext cx="221586" cy="221586"/>
          </a:xfrm>
          <a:prstGeom prst="rect">
            <a:avLst/>
          </a:prstGeom>
        </p:spPr>
      </p:pic>
      <p:pic>
        <p:nvPicPr>
          <p:cNvPr id="207" name="Graphic 206">
            <a:extLst>
              <a:ext uri="{FF2B5EF4-FFF2-40B4-BE49-F238E27FC236}">
                <a16:creationId xmlns:a16="http://schemas.microsoft.com/office/drawing/2014/main" id="{B3855B05-6A66-0831-AD7B-92EC4BC97B12}"/>
              </a:ext>
              <a:ext uri="{C183D7F6-B498-43B3-948B-1728B52AA6E4}">
                <adec:decorative xmlns:adec="http://schemas.microsoft.com/office/drawing/2017/decorative" val="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4582804" y="1287990"/>
            <a:ext cx="221586" cy="221586"/>
          </a:xfrm>
          <a:prstGeom prst="rect">
            <a:avLst/>
          </a:prstGeom>
        </p:spPr>
      </p:pic>
      <p:pic>
        <p:nvPicPr>
          <p:cNvPr id="1040" name="Picture 16">
            <a:extLst>
              <a:ext uri="{FF2B5EF4-FFF2-40B4-BE49-F238E27FC236}">
                <a16:creationId xmlns:a16="http://schemas.microsoft.com/office/drawing/2014/main" id="{F06580EE-F125-9D09-67CB-B65BA939AF7B}"/>
              </a:ext>
              <a:ext uri="{C183D7F6-B498-43B3-948B-1728B52AA6E4}">
                <adec:decorative xmlns:adec="http://schemas.microsoft.com/office/drawing/2017/decorative" val="1"/>
              </a:ext>
            </a:extLst>
          </p:cNvPr>
          <p:cNvPicPr>
            <a:picLocks noChangeAspect="1" noChangeArrowheads="1"/>
          </p:cNvPicPr>
          <p:nvPr/>
        </p:nvPicPr>
        <p:blipFill>
          <a:blip r:embed="rId31" cstate="screen">
            <a:extLst>
              <a:ext uri="{28A0092B-C50C-407E-A947-70E740481C1C}">
                <a14:useLocalDpi xmlns:a14="http://schemas.microsoft.com/office/drawing/2010/main" val="0"/>
              </a:ext>
            </a:extLst>
          </a:blip>
          <a:srcRect/>
          <a:stretch>
            <a:fillRect/>
          </a:stretch>
        </p:blipFill>
        <p:spPr bwMode="auto">
          <a:xfrm>
            <a:off x="5405568" y="1308938"/>
            <a:ext cx="206860" cy="20063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195EED76-0D52-BA0E-A53D-65CFD7EE56FD}"/>
              </a:ext>
              <a:ext uri="{C183D7F6-B498-43B3-948B-1728B52AA6E4}">
                <adec:decorative xmlns:adec="http://schemas.microsoft.com/office/drawing/2017/decorative" val="1"/>
              </a:ext>
            </a:extLst>
          </p:cNvPr>
          <p:cNvPicPr>
            <a:picLocks noChangeAspect="1" noChangeArrowheads="1"/>
          </p:cNvPicPr>
          <p:nvPr/>
        </p:nvPicPr>
        <p:blipFill>
          <a:blip r:embed="rId32" cstate="screen">
            <a:extLst>
              <a:ext uri="{28A0092B-C50C-407E-A947-70E740481C1C}">
                <a14:useLocalDpi xmlns:a14="http://schemas.microsoft.com/office/drawing/2010/main" val="0"/>
              </a:ext>
            </a:extLst>
          </a:blip>
          <a:srcRect/>
          <a:stretch>
            <a:fillRect/>
          </a:stretch>
        </p:blipFill>
        <p:spPr bwMode="auto">
          <a:xfrm>
            <a:off x="6233626" y="1328030"/>
            <a:ext cx="181546" cy="181546"/>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CB619D88-9C0B-71E3-DC1B-A4FC8EE95025}"/>
              </a:ext>
              <a:ext uri="{C183D7F6-B498-43B3-948B-1728B52AA6E4}">
                <adec:decorative xmlns:adec="http://schemas.microsoft.com/office/drawing/2017/decorative" val="1"/>
              </a:ext>
            </a:extLst>
          </p:cNvPr>
          <p:cNvPicPr>
            <a:picLocks noChangeAspect="1" noChangeArrowheads="1"/>
          </p:cNvPicPr>
          <p:nvPr/>
        </p:nvPicPr>
        <p:blipFill>
          <a:blip r:embed="rId33" cstate="screen">
            <a:extLst>
              <a:ext uri="{28A0092B-C50C-407E-A947-70E740481C1C}">
                <a14:useLocalDpi xmlns:a14="http://schemas.microsoft.com/office/drawing/2010/main" val="0"/>
              </a:ext>
            </a:extLst>
          </a:blip>
          <a:srcRect/>
          <a:stretch>
            <a:fillRect/>
          </a:stretch>
        </p:blipFill>
        <p:spPr bwMode="auto">
          <a:xfrm>
            <a:off x="10276290" y="1298754"/>
            <a:ext cx="250228" cy="210822"/>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18">
            <a:extLst>
              <a:ext uri="{FF2B5EF4-FFF2-40B4-BE49-F238E27FC236}">
                <a16:creationId xmlns:a16="http://schemas.microsoft.com/office/drawing/2014/main" id="{04E22535-38D8-4F99-C98D-0292FCCA1ED1}"/>
              </a:ext>
              <a:ext uri="{C183D7F6-B498-43B3-948B-1728B52AA6E4}">
                <adec:decorative xmlns:adec="http://schemas.microsoft.com/office/drawing/2017/decorative" val="1"/>
              </a:ext>
            </a:extLst>
          </p:cNvPr>
          <p:cNvPicPr>
            <a:picLocks noChangeAspect="1" noChangeArrowheads="1"/>
          </p:cNvPicPr>
          <p:nvPr/>
        </p:nvPicPr>
        <p:blipFill>
          <a:blip r:embed="rId32" cstate="screen">
            <a:extLst>
              <a:ext uri="{28A0092B-C50C-407E-A947-70E740481C1C}">
                <a14:useLocalDpi xmlns:a14="http://schemas.microsoft.com/office/drawing/2010/main" val="0"/>
              </a:ext>
            </a:extLst>
          </a:blip>
          <a:srcRect/>
          <a:stretch>
            <a:fillRect/>
          </a:stretch>
        </p:blipFill>
        <p:spPr bwMode="auto">
          <a:xfrm>
            <a:off x="7049027" y="1328030"/>
            <a:ext cx="181546" cy="181546"/>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a:extLst>
              <a:ext uri="{FF2B5EF4-FFF2-40B4-BE49-F238E27FC236}">
                <a16:creationId xmlns:a16="http://schemas.microsoft.com/office/drawing/2014/main" id="{7160DA9A-7E5D-125A-64A3-8F55F17BF790}"/>
              </a:ext>
              <a:ext uri="{C183D7F6-B498-43B3-948B-1728B52AA6E4}">
                <adec:decorative xmlns:adec="http://schemas.microsoft.com/office/drawing/2017/decorative" val="1"/>
              </a:ext>
            </a:extLst>
          </p:cNvPr>
          <p:cNvPicPr>
            <a:picLocks noChangeAspect="1" noChangeArrowheads="1"/>
          </p:cNvPicPr>
          <p:nvPr/>
        </p:nvPicPr>
        <p:blipFill rotWithShape="1">
          <a:blip r:embed="rId34" cstate="screen">
            <a:extLst>
              <a:ext uri="{28A0092B-C50C-407E-A947-70E740481C1C}">
                <a14:useLocalDpi xmlns:a14="http://schemas.microsoft.com/office/drawing/2010/main" val="0"/>
              </a:ext>
            </a:extLst>
          </a:blip>
          <a:srcRect l="30251" r="50791"/>
          <a:stretch/>
        </p:blipFill>
        <p:spPr bwMode="auto">
          <a:xfrm>
            <a:off x="8691944" y="1286026"/>
            <a:ext cx="157316" cy="22355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7F5C41E1-DA55-EB42-3FA6-CF4ED360C2C4}"/>
              </a:ext>
              <a:ext uri="{C183D7F6-B498-43B3-948B-1728B52AA6E4}">
                <adec:decorative xmlns:adec="http://schemas.microsoft.com/office/drawing/2017/decorative" val="1"/>
              </a:ext>
            </a:extLst>
          </p:cNvPr>
          <p:cNvPicPr>
            <a:picLocks noChangeAspect="1" noChangeArrowheads="1"/>
          </p:cNvPicPr>
          <p:nvPr/>
        </p:nvPicPr>
        <p:blipFill>
          <a:blip r:embed="rId35" cstate="screen">
            <a:extLst>
              <a:ext uri="{28A0092B-C50C-407E-A947-70E740481C1C}">
                <a14:useLocalDpi xmlns:a14="http://schemas.microsoft.com/office/drawing/2010/main" val="0"/>
              </a:ext>
            </a:extLst>
          </a:blip>
          <a:srcRect/>
          <a:stretch>
            <a:fillRect/>
          </a:stretch>
        </p:blipFill>
        <p:spPr bwMode="auto">
          <a:xfrm>
            <a:off x="9486187" y="1303604"/>
            <a:ext cx="199632" cy="205972"/>
          </a:xfrm>
          <a:prstGeom prst="rect">
            <a:avLst/>
          </a:prstGeom>
          <a:noFill/>
          <a:extLst>
            <a:ext uri="{909E8E84-426E-40DD-AFC4-6F175D3DCCD1}">
              <a14:hiddenFill xmlns:a14="http://schemas.microsoft.com/office/drawing/2010/main">
                <a:solidFill>
                  <a:srgbClr val="FFFFFF"/>
                </a:solidFill>
              </a14:hiddenFill>
            </a:ext>
          </a:extLst>
        </p:spPr>
      </p:pic>
      <p:pic>
        <p:nvPicPr>
          <p:cNvPr id="197" name="Graphic 196">
            <a:extLst>
              <a:ext uri="{FF2B5EF4-FFF2-40B4-BE49-F238E27FC236}">
                <a16:creationId xmlns:a16="http://schemas.microsoft.com/office/drawing/2014/main" id="{87338807-92EA-E5F8-9C31-3342428F5903}"/>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4582804" y="3672337"/>
            <a:ext cx="221586" cy="221586"/>
          </a:xfrm>
          <a:prstGeom prst="rect">
            <a:avLst/>
          </a:prstGeom>
        </p:spPr>
      </p:pic>
      <p:pic>
        <p:nvPicPr>
          <p:cNvPr id="198" name="Graphic 197">
            <a:extLst>
              <a:ext uri="{FF2B5EF4-FFF2-40B4-BE49-F238E27FC236}">
                <a16:creationId xmlns:a16="http://schemas.microsoft.com/office/drawing/2014/main" id="{F0C34071-CC4E-7CD3-BE88-4CF589B703B2}"/>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5398205" y="3672337"/>
            <a:ext cx="221586" cy="221586"/>
          </a:xfrm>
          <a:prstGeom prst="rect">
            <a:avLst/>
          </a:prstGeom>
        </p:spPr>
      </p:pic>
      <p:pic>
        <p:nvPicPr>
          <p:cNvPr id="1028" name="Picture 4">
            <a:extLst>
              <a:ext uri="{FF2B5EF4-FFF2-40B4-BE49-F238E27FC236}">
                <a16:creationId xmlns:a16="http://schemas.microsoft.com/office/drawing/2014/main" id="{E8674738-DBDB-3047-F227-E73149DAD813}"/>
              </a:ext>
              <a:ext uri="{C183D7F6-B498-43B3-948B-1728B52AA6E4}">
                <adec:decorative xmlns:adec="http://schemas.microsoft.com/office/drawing/2017/decorative" val="1"/>
              </a:ext>
            </a:extLst>
          </p:cNvPr>
          <p:cNvPicPr>
            <a:picLocks noChangeAspect="1" noChangeArrowheads="1"/>
          </p:cNvPicPr>
          <p:nvPr/>
        </p:nvPicPr>
        <p:blipFill>
          <a:blip r:embed="rId38" cstate="screen">
            <a:extLst>
              <a:ext uri="{28A0092B-C50C-407E-A947-70E740481C1C}">
                <a14:useLocalDpi xmlns:a14="http://schemas.microsoft.com/office/drawing/2010/main" val="0"/>
              </a:ext>
            </a:extLst>
          </a:blip>
          <a:srcRect/>
          <a:stretch>
            <a:fillRect/>
          </a:stretch>
        </p:blipFill>
        <p:spPr bwMode="auto">
          <a:xfrm>
            <a:off x="6124754" y="3696175"/>
            <a:ext cx="399290" cy="1739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7907FA9-08CD-8EE5-943E-F5D2868C0628}"/>
              </a:ext>
              <a:ext uri="{C183D7F6-B498-43B3-948B-1728B52AA6E4}">
                <adec:decorative xmlns:adec="http://schemas.microsoft.com/office/drawing/2017/decorative" val="1"/>
              </a:ext>
            </a:extLst>
          </p:cNvPr>
          <p:cNvPicPr>
            <a:picLocks noChangeAspect="1" noChangeArrowheads="1"/>
          </p:cNvPicPr>
          <p:nvPr/>
        </p:nvPicPr>
        <p:blipFill rotWithShape="1">
          <a:blip r:embed="rId39" cstate="screen">
            <a:extLst>
              <a:ext uri="{28A0092B-C50C-407E-A947-70E740481C1C}">
                <a14:useLocalDpi xmlns:a14="http://schemas.microsoft.com/office/drawing/2010/main" val="0"/>
              </a:ext>
            </a:extLst>
          </a:blip>
          <a:srcRect l="17477" r="17477"/>
          <a:stretch/>
        </p:blipFill>
        <p:spPr bwMode="auto">
          <a:xfrm>
            <a:off x="7839593" y="3672047"/>
            <a:ext cx="231216" cy="222166"/>
          </a:xfrm>
          <a:prstGeom prst="rect">
            <a:avLst/>
          </a:prstGeom>
          <a:noFill/>
          <a:extLst>
            <a:ext uri="{909E8E84-426E-40DD-AFC4-6F175D3DCCD1}">
              <a14:hiddenFill xmlns:a14="http://schemas.microsoft.com/office/drawing/2010/main">
                <a:solidFill>
                  <a:srgbClr val="FFFFFF"/>
                </a:solidFill>
              </a14:hiddenFill>
            </a:ext>
          </a:extLst>
        </p:spPr>
      </p:pic>
      <p:pic>
        <p:nvPicPr>
          <p:cNvPr id="1088" name="Picture 64">
            <a:extLst>
              <a:ext uri="{FF2B5EF4-FFF2-40B4-BE49-F238E27FC236}">
                <a16:creationId xmlns:a16="http://schemas.microsoft.com/office/drawing/2014/main" id="{95D00BD1-5FE4-BF7E-49F8-D15D52295B06}"/>
              </a:ext>
              <a:ext uri="{C183D7F6-B498-43B3-948B-1728B52AA6E4}">
                <adec:decorative xmlns:adec="http://schemas.microsoft.com/office/drawing/2017/decorative" val="1"/>
              </a:ext>
            </a:extLst>
          </p:cNvPr>
          <p:cNvPicPr>
            <a:picLocks noChangeAspect="1" noChangeArrowheads="1"/>
          </p:cNvPicPr>
          <p:nvPr/>
        </p:nvPicPr>
        <p:blipFill>
          <a:blip r:embed="rId40" cstate="screen">
            <a:extLst>
              <a:ext uri="{28A0092B-C50C-407E-A947-70E740481C1C}">
                <a14:useLocalDpi xmlns:a14="http://schemas.microsoft.com/office/drawing/2010/main" val="0"/>
              </a:ext>
            </a:extLst>
          </a:blip>
          <a:srcRect/>
          <a:stretch>
            <a:fillRect/>
          </a:stretch>
        </p:blipFill>
        <p:spPr bwMode="auto">
          <a:xfrm>
            <a:off x="10256754" y="3674696"/>
            <a:ext cx="289300" cy="216868"/>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58">
            <a:extLst>
              <a:ext uri="{FF2B5EF4-FFF2-40B4-BE49-F238E27FC236}">
                <a16:creationId xmlns:a16="http://schemas.microsoft.com/office/drawing/2014/main" id="{2631808A-F55D-0E4E-250F-B451B82B199A}"/>
              </a:ext>
              <a:ext uri="{C183D7F6-B498-43B3-948B-1728B52AA6E4}">
                <adec:decorative xmlns:adec="http://schemas.microsoft.com/office/drawing/2017/decorative" val="1"/>
              </a:ext>
            </a:extLst>
          </p:cNvPr>
          <p:cNvPicPr>
            <a:picLocks noChangeAspect="1" noChangeArrowheads="1"/>
          </p:cNvPicPr>
          <p:nvPr/>
        </p:nvPicPr>
        <p:blipFill>
          <a:blip r:embed="rId41" cstate="screen">
            <a:extLst>
              <a:ext uri="{28A0092B-C50C-407E-A947-70E740481C1C}">
                <a14:useLocalDpi xmlns:a14="http://schemas.microsoft.com/office/drawing/2010/main" val="0"/>
              </a:ext>
            </a:extLst>
          </a:blip>
          <a:srcRect/>
          <a:stretch>
            <a:fillRect/>
          </a:stretch>
        </p:blipFill>
        <p:spPr bwMode="auto">
          <a:xfrm>
            <a:off x="11077801" y="3685823"/>
            <a:ext cx="278002" cy="194614"/>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0">
            <a:extLst>
              <a:ext uri="{FF2B5EF4-FFF2-40B4-BE49-F238E27FC236}">
                <a16:creationId xmlns:a16="http://schemas.microsoft.com/office/drawing/2014/main" id="{A3B64862-4D9D-4A83-8EC9-EC0FF167977A}"/>
              </a:ext>
              <a:ext uri="{C183D7F6-B498-43B3-948B-1728B52AA6E4}">
                <adec:decorative xmlns:adec="http://schemas.microsoft.com/office/drawing/2017/decorative" val="1"/>
              </a:ext>
            </a:extLst>
          </p:cNvPr>
          <p:cNvPicPr>
            <a:picLocks noChangeAspect="1" noChangeArrowheads="1"/>
          </p:cNvPicPr>
          <p:nvPr/>
        </p:nvPicPr>
        <p:blipFill>
          <a:blip r:embed="rId42" cstate="screen">
            <a:extLst>
              <a:ext uri="{28A0092B-C50C-407E-A947-70E740481C1C}">
                <a14:useLocalDpi xmlns:a14="http://schemas.microsoft.com/office/drawing/2010/main" val="0"/>
              </a:ext>
            </a:extLst>
          </a:blip>
          <a:srcRect/>
          <a:stretch>
            <a:fillRect/>
          </a:stretch>
        </p:blipFill>
        <p:spPr bwMode="auto">
          <a:xfrm>
            <a:off x="7000764" y="3690781"/>
            <a:ext cx="278072" cy="184698"/>
          </a:xfrm>
          <a:prstGeom prst="rect">
            <a:avLst/>
          </a:prstGeom>
          <a:noFill/>
          <a:extLst>
            <a:ext uri="{909E8E84-426E-40DD-AFC4-6F175D3DCCD1}">
              <a14:hiddenFill xmlns:a14="http://schemas.microsoft.com/office/drawing/2010/main">
                <a:solidFill>
                  <a:srgbClr val="FFFFFF"/>
                </a:solidFill>
              </a14:hiddenFill>
            </a:ext>
          </a:extLst>
        </p:spPr>
      </p:pic>
      <p:pic>
        <p:nvPicPr>
          <p:cNvPr id="1086" name="Picture 62">
            <a:extLst>
              <a:ext uri="{FF2B5EF4-FFF2-40B4-BE49-F238E27FC236}">
                <a16:creationId xmlns:a16="http://schemas.microsoft.com/office/drawing/2014/main" id="{47EEF89C-F004-F13B-B760-F541B6BC2329}"/>
              </a:ext>
              <a:ext uri="{C183D7F6-B498-43B3-948B-1728B52AA6E4}">
                <adec:decorative xmlns:adec="http://schemas.microsoft.com/office/drawing/2017/decorative" val="1"/>
              </a:ext>
            </a:extLst>
          </p:cNvPr>
          <p:cNvPicPr>
            <a:picLocks noChangeAspect="1" noChangeArrowheads="1"/>
          </p:cNvPicPr>
          <p:nvPr/>
        </p:nvPicPr>
        <p:blipFill rotWithShape="1">
          <a:blip r:embed="rId43" cstate="screen">
            <a:extLst>
              <a:ext uri="{28A0092B-C50C-407E-A947-70E740481C1C}">
                <a14:useLocalDpi xmlns:a14="http://schemas.microsoft.com/office/drawing/2010/main" val="0"/>
              </a:ext>
            </a:extLst>
          </a:blip>
          <a:srcRect/>
          <a:stretch/>
        </p:blipFill>
        <p:spPr bwMode="auto">
          <a:xfrm>
            <a:off x="9454243" y="3663416"/>
            <a:ext cx="263520" cy="239428"/>
          </a:xfrm>
          <a:prstGeom prst="rect">
            <a:avLst/>
          </a:prstGeom>
          <a:noFill/>
          <a:extLst>
            <a:ext uri="{909E8E84-426E-40DD-AFC4-6F175D3DCCD1}">
              <a14:hiddenFill xmlns:a14="http://schemas.microsoft.com/office/drawing/2010/main">
                <a:solidFill>
                  <a:srgbClr val="FFFFFF"/>
                </a:solidFill>
              </a14:hiddenFill>
            </a:ext>
          </a:extLst>
        </p:spPr>
      </p:pic>
      <p:pic>
        <p:nvPicPr>
          <p:cNvPr id="196" name="Graphic 195">
            <a:extLst>
              <a:ext uri="{FF2B5EF4-FFF2-40B4-BE49-F238E27FC236}">
                <a16:creationId xmlns:a16="http://schemas.microsoft.com/office/drawing/2014/main" id="{D3B31C95-A1AE-1C6D-E338-EA2B55398453}"/>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4582804" y="4440472"/>
            <a:ext cx="221586" cy="221586"/>
          </a:xfrm>
          <a:prstGeom prst="rect">
            <a:avLst/>
          </a:prstGeom>
        </p:spPr>
      </p:pic>
      <p:pic>
        <p:nvPicPr>
          <p:cNvPr id="178" name="Graphic 177">
            <a:extLst>
              <a:ext uri="{FF2B5EF4-FFF2-40B4-BE49-F238E27FC236}">
                <a16:creationId xmlns:a16="http://schemas.microsoft.com/office/drawing/2014/main" id="{A9ED09C5-54A5-1FDF-0E8C-83FC91EB0F2B}"/>
              </a:ext>
              <a:ext uri="{C183D7F6-B498-43B3-948B-1728B52AA6E4}">
                <adec:decorative xmlns:adec="http://schemas.microsoft.com/office/drawing/2017/decorative" val="1"/>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5398205" y="4440472"/>
            <a:ext cx="221586" cy="221586"/>
          </a:xfrm>
          <a:prstGeom prst="rect">
            <a:avLst/>
          </a:prstGeom>
        </p:spPr>
      </p:pic>
      <p:pic>
        <p:nvPicPr>
          <p:cNvPr id="1038" name="Picture 14">
            <a:extLst>
              <a:ext uri="{FF2B5EF4-FFF2-40B4-BE49-F238E27FC236}">
                <a16:creationId xmlns:a16="http://schemas.microsoft.com/office/drawing/2014/main" id="{47B2B84B-3716-C1CC-9F5E-B78EC844D32C}"/>
              </a:ext>
              <a:ext uri="{C183D7F6-B498-43B3-948B-1728B52AA6E4}">
                <adec:decorative xmlns:adec="http://schemas.microsoft.com/office/drawing/2017/decorative" val="1"/>
              </a:ext>
            </a:extLst>
          </p:cNvPr>
          <p:cNvPicPr>
            <a:picLocks noChangeAspect="1" noChangeArrowheads="1"/>
          </p:cNvPicPr>
          <p:nvPr/>
        </p:nvPicPr>
        <p:blipFill>
          <a:blip r:embed="rId46" cstate="screen">
            <a:extLst>
              <a:ext uri="{28A0092B-C50C-407E-A947-70E740481C1C}">
                <a14:useLocalDpi xmlns:a14="http://schemas.microsoft.com/office/drawing/2010/main" val="0"/>
              </a:ext>
            </a:extLst>
          </a:blip>
          <a:srcRect/>
          <a:stretch>
            <a:fillRect/>
          </a:stretch>
        </p:blipFill>
        <p:spPr bwMode="auto">
          <a:xfrm>
            <a:off x="6145922" y="4459059"/>
            <a:ext cx="356954" cy="184412"/>
          </a:xfrm>
          <a:prstGeom prst="rect">
            <a:avLst/>
          </a:prstGeom>
          <a:noFill/>
          <a:extLst>
            <a:ext uri="{909E8E84-426E-40DD-AFC4-6F175D3DCCD1}">
              <a14:hiddenFill xmlns:a14="http://schemas.microsoft.com/office/drawing/2010/main">
                <a:solidFill>
                  <a:srgbClr val="FFFFFF"/>
                </a:solidFill>
              </a14:hiddenFill>
            </a:ext>
          </a:extLst>
        </p:spPr>
      </p:pic>
      <p:pic>
        <p:nvPicPr>
          <p:cNvPr id="231" name="Picture 24">
            <a:extLst>
              <a:ext uri="{FF2B5EF4-FFF2-40B4-BE49-F238E27FC236}">
                <a16:creationId xmlns:a16="http://schemas.microsoft.com/office/drawing/2014/main" id="{59DF1902-1E46-086F-440E-D3358CFB7A32}"/>
              </a:ext>
              <a:ext uri="{C183D7F6-B498-43B3-948B-1728B52AA6E4}">
                <adec:decorative xmlns:adec="http://schemas.microsoft.com/office/drawing/2017/decorative" val="1"/>
              </a:ext>
            </a:extLst>
          </p:cNvPr>
          <p:cNvPicPr>
            <a:picLocks noChangeAspect="1" noChangeArrowheads="1"/>
          </p:cNvPicPr>
          <p:nvPr/>
        </p:nvPicPr>
        <p:blipFill>
          <a:blip r:embed="rId18" cstate="screen">
            <a:extLst>
              <a:ext uri="{28A0092B-C50C-407E-A947-70E740481C1C}">
                <a14:useLocalDpi xmlns:a14="http://schemas.microsoft.com/office/drawing/2010/main" val="0"/>
              </a:ext>
            </a:extLst>
          </a:blip>
          <a:srcRect/>
          <a:stretch>
            <a:fillRect/>
          </a:stretch>
        </p:blipFill>
        <p:spPr bwMode="auto">
          <a:xfrm>
            <a:off x="7829602" y="4471948"/>
            <a:ext cx="251198" cy="15863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D44C8CD-C730-F392-44DA-628C6A99C268}"/>
              </a:ext>
              <a:ext uri="{C183D7F6-B498-43B3-948B-1728B52AA6E4}">
                <adec:decorative xmlns:adec="http://schemas.microsoft.com/office/drawing/2017/decorative" val="1"/>
              </a:ext>
            </a:extLst>
          </p:cNvPr>
          <p:cNvPicPr>
            <a:picLocks noChangeAspect="1" noChangeArrowheads="1"/>
          </p:cNvPicPr>
          <p:nvPr/>
        </p:nvPicPr>
        <p:blipFill>
          <a:blip r:embed="rId47" cstate="screen">
            <a:extLst>
              <a:ext uri="{28A0092B-C50C-407E-A947-70E740481C1C}">
                <a14:useLocalDpi xmlns:a14="http://schemas.microsoft.com/office/drawing/2010/main" val="0"/>
              </a:ext>
            </a:extLst>
          </a:blip>
          <a:srcRect/>
          <a:stretch>
            <a:fillRect/>
          </a:stretch>
        </p:blipFill>
        <p:spPr bwMode="auto">
          <a:xfrm>
            <a:off x="11118533" y="4448575"/>
            <a:ext cx="196538" cy="205380"/>
          </a:xfrm>
          <a:prstGeom prst="rect">
            <a:avLst/>
          </a:prstGeom>
          <a:noFill/>
          <a:extLst>
            <a:ext uri="{909E8E84-426E-40DD-AFC4-6F175D3DCCD1}">
              <a14:hiddenFill xmlns:a14="http://schemas.microsoft.com/office/drawing/2010/main">
                <a:solidFill>
                  <a:srgbClr val="FFFFFF"/>
                </a:solidFill>
              </a14:hiddenFill>
            </a:ext>
          </a:extLst>
        </p:spPr>
      </p:pic>
      <p:pic>
        <p:nvPicPr>
          <p:cNvPr id="1092" name="Picture 68">
            <a:extLst>
              <a:ext uri="{FF2B5EF4-FFF2-40B4-BE49-F238E27FC236}">
                <a16:creationId xmlns:a16="http://schemas.microsoft.com/office/drawing/2014/main" id="{963A306A-A260-058D-0203-ED4811336A2F}"/>
              </a:ext>
              <a:ext uri="{C183D7F6-B498-43B3-948B-1728B52AA6E4}">
                <adec:decorative xmlns:adec="http://schemas.microsoft.com/office/drawing/2017/decorative" val="1"/>
              </a:ext>
            </a:extLst>
          </p:cNvPr>
          <p:cNvPicPr>
            <a:picLocks noChangeAspect="1" noChangeArrowheads="1"/>
          </p:cNvPicPr>
          <p:nvPr/>
        </p:nvPicPr>
        <p:blipFill rotWithShape="1">
          <a:blip r:embed="rId48" cstate="screen">
            <a:extLst>
              <a:ext uri="{28A0092B-C50C-407E-A947-70E740481C1C}">
                <a14:useLocalDpi xmlns:a14="http://schemas.microsoft.com/office/drawing/2010/main" val="0"/>
              </a:ext>
            </a:extLst>
          </a:blip>
          <a:srcRect/>
          <a:stretch/>
        </p:blipFill>
        <p:spPr bwMode="auto">
          <a:xfrm>
            <a:off x="7029403" y="4442233"/>
            <a:ext cx="220794" cy="218064"/>
          </a:xfrm>
          <a:prstGeom prst="rect">
            <a:avLst/>
          </a:prstGeom>
          <a:noFill/>
          <a:extLst>
            <a:ext uri="{909E8E84-426E-40DD-AFC4-6F175D3DCCD1}">
              <a14:hiddenFill xmlns:a14="http://schemas.microsoft.com/office/drawing/2010/main">
                <a:solidFill>
                  <a:srgbClr val="FFFFFF"/>
                </a:solidFill>
              </a14:hiddenFill>
            </a:ext>
          </a:extLst>
        </p:spPr>
      </p:pic>
      <p:pic>
        <p:nvPicPr>
          <p:cNvPr id="232" name="Picture 24">
            <a:extLst>
              <a:ext uri="{FF2B5EF4-FFF2-40B4-BE49-F238E27FC236}">
                <a16:creationId xmlns:a16="http://schemas.microsoft.com/office/drawing/2014/main" id="{66967B0A-F84D-E506-43FC-9D75297A6ECC}"/>
              </a:ext>
              <a:ext uri="{C183D7F6-B498-43B3-948B-1728B52AA6E4}">
                <adec:decorative xmlns:adec="http://schemas.microsoft.com/office/drawing/2017/decorative" val="1"/>
              </a:ext>
            </a:extLst>
          </p:cNvPr>
          <p:cNvPicPr>
            <a:picLocks noChangeAspect="1" noChangeArrowheads="1"/>
          </p:cNvPicPr>
          <p:nvPr/>
        </p:nvPicPr>
        <p:blipFill>
          <a:blip r:embed="rId18" cstate="screen">
            <a:extLst>
              <a:ext uri="{28A0092B-C50C-407E-A947-70E740481C1C}">
                <a14:useLocalDpi xmlns:a14="http://schemas.microsoft.com/office/drawing/2010/main" val="0"/>
              </a:ext>
            </a:extLst>
          </a:blip>
          <a:srcRect/>
          <a:stretch>
            <a:fillRect/>
          </a:stretch>
        </p:blipFill>
        <p:spPr bwMode="auto">
          <a:xfrm>
            <a:off x="9460404" y="4471948"/>
            <a:ext cx="251198" cy="158634"/>
          </a:xfrm>
          <a:prstGeom prst="rect">
            <a:avLst/>
          </a:prstGeom>
          <a:noFill/>
          <a:extLst>
            <a:ext uri="{909E8E84-426E-40DD-AFC4-6F175D3DCCD1}">
              <a14:hiddenFill xmlns:a14="http://schemas.microsoft.com/office/drawing/2010/main">
                <a:solidFill>
                  <a:srgbClr val="FFFFFF"/>
                </a:solidFill>
              </a14:hiddenFill>
            </a:ext>
          </a:extLst>
        </p:spPr>
      </p:pic>
      <p:pic>
        <p:nvPicPr>
          <p:cNvPr id="1094" name="Picture 70">
            <a:extLst>
              <a:ext uri="{FF2B5EF4-FFF2-40B4-BE49-F238E27FC236}">
                <a16:creationId xmlns:a16="http://schemas.microsoft.com/office/drawing/2014/main" id="{EA748EC1-DDED-D31E-60D2-A91842AB87C0}"/>
              </a:ext>
              <a:ext uri="{C183D7F6-B498-43B3-948B-1728B52AA6E4}">
                <adec:decorative xmlns:adec="http://schemas.microsoft.com/office/drawing/2017/decorative" val="1"/>
              </a:ext>
            </a:extLst>
          </p:cNvPr>
          <p:cNvPicPr>
            <a:picLocks noChangeAspect="1" noChangeArrowheads="1"/>
          </p:cNvPicPr>
          <p:nvPr/>
        </p:nvPicPr>
        <p:blipFill rotWithShape="1">
          <a:blip r:embed="rId49" cstate="screen">
            <a:extLst>
              <a:ext uri="{28A0092B-C50C-407E-A947-70E740481C1C}">
                <a14:useLocalDpi xmlns:a14="http://schemas.microsoft.com/office/drawing/2010/main" val="0"/>
              </a:ext>
            </a:extLst>
          </a:blip>
          <a:srcRect/>
          <a:stretch/>
        </p:blipFill>
        <p:spPr bwMode="auto">
          <a:xfrm>
            <a:off x="4493823" y="5290950"/>
            <a:ext cx="399548" cy="89160"/>
          </a:xfrm>
          <a:prstGeom prst="rect">
            <a:avLst/>
          </a:prstGeom>
          <a:noFill/>
          <a:extLst>
            <a:ext uri="{909E8E84-426E-40DD-AFC4-6F175D3DCCD1}">
              <a14:hiddenFill xmlns:a14="http://schemas.microsoft.com/office/drawing/2010/main">
                <a:solidFill>
                  <a:srgbClr val="FFFFFF"/>
                </a:solidFill>
              </a14:hiddenFill>
            </a:ext>
          </a:extLst>
        </p:spPr>
      </p:pic>
      <p:pic>
        <p:nvPicPr>
          <p:cNvPr id="1096" name="Picture 72">
            <a:extLst>
              <a:ext uri="{FF2B5EF4-FFF2-40B4-BE49-F238E27FC236}">
                <a16:creationId xmlns:a16="http://schemas.microsoft.com/office/drawing/2014/main" id="{C13D88A7-CAB6-CF50-95DE-C520CC48F437}"/>
              </a:ext>
              <a:ext uri="{C183D7F6-B498-43B3-948B-1728B52AA6E4}">
                <adec:decorative xmlns:adec="http://schemas.microsoft.com/office/drawing/2017/decorative" val="1"/>
              </a:ext>
            </a:extLst>
          </p:cNvPr>
          <p:cNvPicPr>
            <a:picLocks noChangeAspect="1" noChangeArrowheads="1"/>
          </p:cNvPicPr>
          <p:nvPr/>
        </p:nvPicPr>
        <p:blipFill>
          <a:blip r:embed="rId50" cstate="screen">
            <a:extLst>
              <a:ext uri="{28A0092B-C50C-407E-A947-70E740481C1C}">
                <a14:useLocalDpi xmlns:a14="http://schemas.microsoft.com/office/drawing/2010/main" val="0"/>
              </a:ext>
            </a:extLst>
          </a:blip>
          <a:srcRect/>
          <a:stretch>
            <a:fillRect/>
          </a:stretch>
        </p:blipFill>
        <p:spPr bwMode="auto">
          <a:xfrm>
            <a:off x="5321832" y="5298974"/>
            <a:ext cx="374332" cy="73112"/>
          </a:xfrm>
          <a:prstGeom prst="rect">
            <a:avLst/>
          </a:prstGeom>
          <a:noFill/>
          <a:extLst>
            <a:ext uri="{909E8E84-426E-40DD-AFC4-6F175D3DCCD1}">
              <a14:hiddenFill xmlns:a14="http://schemas.microsoft.com/office/drawing/2010/main">
                <a:solidFill>
                  <a:srgbClr val="FFFFFF"/>
                </a:solidFill>
              </a14:hiddenFill>
            </a:ext>
          </a:extLst>
        </p:spPr>
      </p:pic>
      <p:grpSp>
        <p:nvGrpSpPr>
          <p:cNvPr id="194" name="Group 193">
            <a:extLst>
              <a:ext uri="{FF2B5EF4-FFF2-40B4-BE49-F238E27FC236}">
                <a16:creationId xmlns:a16="http://schemas.microsoft.com/office/drawing/2014/main" id="{DC2FD46B-DBDE-2627-E8FC-32FD049A581E}"/>
              </a:ext>
              <a:ext uri="{C183D7F6-B498-43B3-948B-1728B52AA6E4}">
                <adec:decorative xmlns:adec="http://schemas.microsoft.com/office/drawing/2017/decorative" val="1"/>
              </a:ext>
            </a:extLst>
          </p:cNvPr>
          <p:cNvGrpSpPr/>
          <p:nvPr/>
        </p:nvGrpSpPr>
        <p:grpSpPr>
          <a:xfrm>
            <a:off x="6256877" y="5246280"/>
            <a:ext cx="135044" cy="178500"/>
            <a:chOff x="7230484" y="5281808"/>
            <a:chExt cx="104489" cy="138113"/>
          </a:xfrm>
        </p:grpSpPr>
        <p:sp>
          <p:nvSpPr>
            <p:cNvPr id="190" name="Freeform: Shape 189">
              <a:extLst>
                <a:ext uri="{FF2B5EF4-FFF2-40B4-BE49-F238E27FC236}">
                  <a16:creationId xmlns:a16="http://schemas.microsoft.com/office/drawing/2014/main" id="{67A921CA-6CDF-8A93-2B4E-0EBC1B2C3486}"/>
                </a:ext>
              </a:extLst>
            </p:cNvPr>
            <p:cNvSpPr/>
            <p:nvPr/>
          </p:nvSpPr>
          <p:spPr>
            <a:xfrm>
              <a:off x="7230484" y="5300668"/>
              <a:ext cx="104489" cy="119253"/>
            </a:xfrm>
            <a:custGeom>
              <a:avLst/>
              <a:gdLst>
                <a:gd name="connsiteX0" fmla="*/ 52388 w 104489"/>
                <a:gd name="connsiteY0" fmla="*/ 18859 h 119253"/>
                <a:gd name="connsiteX1" fmla="*/ 0 w 104489"/>
                <a:gd name="connsiteY1" fmla="*/ 0 h 119253"/>
                <a:gd name="connsiteX2" fmla="*/ 0 w 104489"/>
                <a:gd name="connsiteY2" fmla="*/ 100203 h 119253"/>
                <a:gd name="connsiteX3" fmla="*/ 51340 w 104489"/>
                <a:gd name="connsiteY3" fmla="*/ 119253 h 119253"/>
                <a:gd name="connsiteX4" fmla="*/ 52388 w 104489"/>
                <a:gd name="connsiteY4" fmla="*/ 119253 h 119253"/>
                <a:gd name="connsiteX5" fmla="*/ 104489 w 104489"/>
                <a:gd name="connsiteY5" fmla="*/ 100203 h 119253"/>
                <a:gd name="connsiteX6" fmla="*/ 104489 w 104489"/>
                <a:gd name="connsiteY6" fmla="*/ 0 h 119253"/>
                <a:gd name="connsiteX7" fmla="*/ 52388 w 104489"/>
                <a:gd name="connsiteY7" fmla="*/ 18859 h 119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89" h="119253">
                  <a:moveTo>
                    <a:pt x="52388" y="18859"/>
                  </a:moveTo>
                  <a:cubicBezTo>
                    <a:pt x="23813" y="18859"/>
                    <a:pt x="0" y="10382"/>
                    <a:pt x="0" y="0"/>
                  </a:cubicBezTo>
                  <a:lnTo>
                    <a:pt x="0" y="100203"/>
                  </a:lnTo>
                  <a:cubicBezTo>
                    <a:pt x="0" y="110585"/>
                    <a:pt x="22955" y="119253"/>
                    <a:pt x="51340" y="119253"/>
                  </a:cubicBezTo>
                  <a:lnTo>
                    <a:pt x="52388" y="119253"/>
                  </a:lnTo>
                  <a:cubicBezTo>
                    <a:pt x="80963" y="119253"/>
                    <a:pt x="104489" y="110871"/>
                    <a:pt x="104489" y="100203"/>
                  </a:cubicBezTo>
                  <a:lnTo>
                    <a:pt x="104489" y="0"/>
                  </a:lnTo>
                  <a:cubicBezTo>
                    <a:pt x="104108" y="10382"/>
                    <a:pt x="80963" y="18859"/>
                    <a:pt x="52388" y="18859"/>
                  </a:cubicBezTo>
                  <a:close/>
                </a:path>
              </a:pathLst>
            </a:custGeom>
            <a:gradFill>
              <a:gsLst>
                <a:gs pos="0">
                  <a:srgbClr val="005BA1"/>
                </a:gs>
                <a:gs pos="7000">
                  <a:srgbClr val="0060A9"/>
                </a:gs>
                <a:gs pos="36000">
                  <a:srgbClr val="0071C8"/>
                </a:gs>
                <a:gs pos="52000">
                  <a:srgbClr val="0078D4"/>
                </a:gs>
                <a:gs pos="64000">
                  <a:srgbClr val="0074CD"/>
                </a:gs>
                <a:gs pos="82000">
                  <a:srgbClr val="006ABB"/>
                </a:gs>
                <a:gs pos="100000">
                  <a:srgbClr val="005BA1"/>
                </a:gs>
              </a:gsLst>
              <a:lin ang="0" scaled="1"/>
            </a:grad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C041A9E4-B345-D359-7D5F-823CCD41E007}"/>
                </a:ext>
              </a:extLst>
            </p:cNvPr>
            <p:cNvSpPr/>
            <p:nvPr/>
          </p:nvSpPr>
          <p:spPr>
            <a:xfrm>
              <a:off x="7230484" y="5281808"/>
              <a:ext cx="104489" cy="37909"/>
            </a:xfrm>
            <a:custGeom>
              <a:avLst/>
              <a:gdLst>
                <a:gd name="connsiteX0" fmla="*/ 104108 w 104489"/>
                <a:gd name="connsiteY0" fmla="*/ 18860 h 37909"/>
                <a:gd name="connsiteX1" fmla="*/ 52007 w 104489"/>
                <a:gd name="connsiteY1" fmla="*/ 37909 h 37909"/>
                <a:gd name="connsiteX2" fmla="*/ 0 w 104489"/>
                <a:gd name="connsiteY2" fmla="*/ 18860 h 37909"/>
                <a:gd name="connsiteX3" fmla="*/ 52388 w 104489"/>
                <a:gd name="connsiteY3" fmla="*/ 0 h 37909"/>
                <a:gd name="connsiteX4" fmla="*/ 104489 w 104489"/>
                <a:gd name="connsiteY4" fmla="*/ 19050 h 37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489" h="37909">
                  <a:moveTo>
                    <a:pt x="104108" y="18860"/>
                  </a:moveTo>
                  <a:cubicBezTo>
                    <a:pt x="104108" y="29242"/>
                    <a:pt x="80772" y="37909"/>
                    <a:pt x="52007" y="37909"/>
                  </a:cubicBezTo>
                  <a:cubicBezTo>
                    <a:pt x="23241" y="37909"/>
                    <a:pt x="0" y="29242"/>
                    <a:pt x="0" y="18860"/>
                  </a:cubicBezTo>
                  <a:cubicBezTo>
                    <a:pt x="0" y="8477"/>
                    <a:pt x="23813" y="0"/>
                    <a:pt x="52388" y="0"/>
                  </a:cubicBezTo>
                  <a:cubicBezTo>
                    <a:pt x="80963" y="0"/>
                    <a:pt x="104489" y="8382"/>
                    <a:pt x="104489" y="19050"/>
                  </a:cubicBezTo>
                </a:path>
              </a:pathLst>
            </a:custGeom>
            <a:solidFill>
              <a:srgbClr val="E8E8E8"/>
            </a:solid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A29DA6DB-63BE-6A9B-0BC8-85977918F98D}"/>
                </a:ext>
              </a:extLst>
            </p:cNvPr>
            <p:cNvSpPr/>
            <p:nvPr/>
          </p:nvSpPr>
          <p:spPr>
            <a:xfrm>
              <a:off x="7242581" y="5287142"/>
              <a:ext cx="80200" cy="23907"/>
            </a:xfrm>
            <a:custGeom>
              <a:avLst/>
              <a:gdLst>
                <a:gd name="connsiteX0" fmla="*/ 79820 w 80200"/>
                <a:gd name="connsiteY0" fmla="*/ 12002 h 23907"/>
                <a:gd name="connsiteX1" fmla="*/ 39910 w 80200"/>
                <a:gd name="connsiteY1" fmla="*/ 23908 h 23907"/>
                <a:gd name="connsiteX2" fmla="*/ 0 w 80200"/>
                <a:gd name="connsiteY2" fmla="*/ 12002 h 23907"/>
                <a:gd name="connsiteX3" fmla="*/ 40291 w 80200"/>
                <a:gd name="connsiteY3" fmla="*/ 0 h 23907"/>
                <a:gd name="connsiteX4" fmla="*/ 80201 w 80200"/>
                <a:gd name="connsiteY4" fmla="*/ 12002 h 23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00" h="23907">
                  <a:moveTo>
                    <a:pt x="79820" y="12002"/>
                  </a:moveTo>
                  <a:cubicBezTo>
                    <a:pt x="79820" y="18574"/>
                    <a:pt x="62008" y="23908"/>
                    <a:pt x="39910" y="23908"/>
                  </a:cubicBezTo>
                  <a:cubicBezTo>
                    <a:pt x="17812" y="23908"/>
                    <a:pt x="0" y="18574"/>
                    <a:pt x="0" y="12002"/>
                  </a:cubicBezTo>
                  <a:cubicBezTo>
                    <a:pt x="0" y="5429"/>
                    <a:pt x="17907" y="0"/>
                    <a:pt x="40291" y="0"/>
                  </a:cubicBezTo>
                  <a:cubicBezTo>
                    <a:pt x="62675" y="0"/>
                    <a:pt x="80201" y="5334"/>
                    <a:pt x="80201" y="12002"/>
                  </a:cubicBezTo>
                </a:path>
              </a:pathLst>
            </a:custGeom>
            <a:solidFill>
              <a:srgbClr val="50E6FF"/>
            </a:solid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B9F05542-5B6F-EE4D-DC69-AB1E8045C4B2}"/>
                </a:ext>
              </a:extLst>
            </p:cNvPr>
            <p:cNvSpPr/>
            <p:nvPr/>
          </p:nvSpPr>
          <p:spPr>
            <a:xfrm>
              <a:off x="7251344" y="5301875"/>
              <a:ext cx="63150" cy="9208"/>
            </a:xfrm>
            <a:custGeom>
              <a:avLst/>
              <a:gdLst>
                <a:gd name="connsiteX0" fmla="*/ 31528 w 63150"/>
                <a:gd name="connsiteY0" fmla="*/ 31 h 9208"/>
                <a:gd name="connsiteX1" fmla="*/ 0 w 63150"/>
                <a:gd name="connsiteY1" fmla="*/ 4508 h 9208"/>
                <a:gd name="connsiteX2" fmla="*/ 31528 w 63150"/>
                <a:gd name="connsiteY2" fmla="*/ 9175 h 9208"/>
                <a:gd name="connsiteX3" fmla="*/ 63151 w 63150"/>
                <a:gd name="connsiteY3" fmla="*/ 4508 h 9208"/>
                <a:gd name="connsiteX4" fmla="*/ 31528 w 63150"/>
                <a:gd name="connsiteY4" fmla="*/ 31 h 9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50" h="9208">
                  <a:moveTo>
                    <a:pt x="31528" y="31"/>
                  </a:moveTo>
                  <a:cubicBezTo>
                    <a:pt x="20843" y="-235"/>
                    <a:pt x="10188" y="1278"/>
                    <a:pt x="0" y="4508"/>
                  </a:cubicBezTo>
                  <a:cubicBezTo>
                    <a:pt x="10158" y="7884"/>
                    <a:pt x="20827" y="9463"/>
                    <a:pt x="31528" y="9175"/>
                  </a:cubicBezTo>
                  <a:cubicBezTo>
                    <a:pt x="42259" y="9453"/>
                    <a:pt x="52957" y="7874"/>
                    <a:pt x="63151" y="4508"/>
                  </a:cubicBezTo>
                  <a:cubicBezTo>
                    <a:pt x="52931" y="1271"/>
                    <a:pt x="42244" y="-242"/>
                    <a:pt x="31528" y="31"/>
                  </a:cubicBezTo>
                  <a:close/>
                </a:path>
              </a:pathLst>
            </a:custGeom>
            <a:solidFill>
              <a:srgbClr val="198AB3"/>
            </a:solidFill>
            <a:ln w="9525" cap="flat">
              <a:noFill/>
              <a:prstDash val="solid"/>
              <a:miter/>
            </a:ln>
          </p:spPr>
          <p:txBody>
            <a:bodyPr rtlCol="0" anchor="ctr"/>
            <a:lstStyle/>
            <a:p>
              <a:endParaRPr lang="en-US"/>
            </a:p>
          </p:txBody>
        </p:sp>
      </p:grpSp>
      <p:pic>
        <p:nvPicPr>
          <p:cNvPr id="1104" name="Picture 80">
            <a:extLst>
              <a:ext uri="{FF2B5EF4-FFF2-40B4-BE49-F238E27FC236}">
                <a16:creationId xmlns:a16="http://schemas.microsoft.com/office/drawing/2014/main" id="{E90A35BC-04ED-695E-1557-AB2AEAF723B1}"/>
              </a:ext>
              <a:ext uri="{C183D7F6-B498-43B3-948B-1728B52AA6E4}">
                <adec:decorative xmlns:adec="http://schemas.microsoft.com/office/drawing/2017/decorative" val="1"/>
              </a:ext>
            </a:extLst>
          </p:cNvPr>
          <p:cNvPicPr>
            <a:picLocks noChangeAspect="1" noChangeArrowheads="1"/>
          </p:cNvPicPr>
          <p:nvPr/>
        </p:nvPicPr>
        <p:blipFill rotWithShape="1">
          <a:blip r:embed="rId51" cstate="screen">
            <a:extLst>
              <a:ext uri="{28A0092B-C50C-407E-A947-70E740481C1C}">
                <a14:useLocalDpi xmlns:a14="http://schemas.microsoft.com/office/drawing/2010/main" val="0"/>
              </a:ext>
            </a:extLst>
          </a:blip>
          <a:srcRect t="15926" r="76949" b="31235"/>
          <a:stretch/>
        </p:blipFill>
        <p:spPr bwMode="auto">
          <a:xfrm>
            <a:off x="10273074" y="5236164"/>
            <a:ext cx="256660" cy="198732"/>
          </a:xfrm>
          <a:prstGeom prst="rect">
            <a:avLst/>
          </a:prstGeom>
          <a:noFill/>
          <a:extLst>
            <a:ext uri="{909E8E84-426E-40DD-AFC4-6F175D3DCCD1}">
              <a14:hiddenFill xmlns:a14="http://schemas.microsoft.com/office/drawing/2010/main">
                <a:solidFill>
                  <a:srgbClr val="FFFFFF"/>
                </a:solidFill>
              </a14:hiddenFill>
            </a:ext>
          </a:extLst>
        </p:spPr>
      </p:pic>
      <p:pic>
        <p:nvPicPr>
          <p:cNvPr id="236" name="Graphic 235">
            <a:extLst>
              <a:ext uri="{FF2B5EF4-FFF2-40B4-BE49-F238E27FC236}">
                <a16:creationId xmlns:a16="http://schemas.microsoft.com/office/drawing/2014/main" id="{BCD6F74C-C33A-9C54-80E8-4813EA32B41B}"/>
              </a:ext>
              <a:ext uri="{C183D7F6-B498-43B3-948B-1728B52AA6E4}">
                <adec:decorative xmlns:adec="http://schemas.microsoft.com/office/drawing/2017/decorative" val="1"/>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1114078" y="5232806"/>
            <a:ext cx="205448" cy="205448"/>
          </a:xfrm>
          <a:prstGeom prst="rect">
            <a:avLst/>
          </a:prstGeom>
        </p:spPr>
      </p:pic>
      <p:pic>
        <p:nvPicPr>
          <p:cNvPr id="1128" name="Picture 104">
            <a:extLst>
              <a:ext uri="{FF2B5EF4-FFF2-40B4-BE49-F238E27FC236}">
                <a16:creationId xmlns:a16="http://schemas.microsoft.com/office/drawing/2014/main" id="{66B7B879-B2DD-6D59-C720-5C08DAA12BF7}"/>
              </a:ext>
              <a:ext uri="{C183D7F6-B498-43B3-948B-1728B52AA6E4}">
                <adec:decorative xmlns:adec="http://schemas.microsoft.com/office/drawing/2017/decorative" val="1"/>
              </a:ext>
            </a:extLst>
          </p:cNvPr>
          <p:cNvPicPr>
            <a:picLocks noChangeAspect="1" noChangeArrowheads="1"/>
          </p:cNvPicPr>
          <p:nvPr/>
        </p:nvPicPr>
        <p:blipFill rotWithShape="1">
          <a:blip r:embed="rId54" cstate="screen">
            <a:extLst>
              <a:ext uri="{28A0092B-C50C-407E-A947-70E740481C1C}">
                <a14:useLocalDpi xmlns:a14="http://schemas.microsoft.com/office/drawing/2010/main" val="0"/>
              </a:ext>
            </a:extLst>
          </a:blip>
          <a:srcRect/>
          <a:stretch/>
        </p:blipFill>
        <p:spPr bwMode="auto">
          <a:xfrm>
            <a:off x="7052315" y="5248308"/>
            <a:ext cx="174970" cy="174444"/>
          </a:xfrm>
          <a:prstGeom prst="rect">
            <a:avLst/>
          </a:prstGeom>
          <a:noFill/>
          <a:extLst>
            <a:ext uri="{909E8E84-426E-40DD-AFC4-6F175D3DCCD1}">
              <a14:hiddenFill xmlns:a14="http://schemas.microsoft.com/office/drawing/2010/main">
                <a:solidFill>
                  <a:srgbClr val="FFFFFF"/>
                </a:solidFill>
              </a14:hiddenFill>
            </a:ext>
          </a:extLst>
        </p:spPr>
      </p:pic>
      <p:pic>
        <p:nvPicPr>
          <p:cNvPr id="1098" name="Picture 74">
            <a:extLst>
              <a:ext uri="{FF2B5EF4-FFF2-40B4-BE49-F238E27FC236}">
                <a16:creationId xmlns:a16="http://schemas.microsoft.com/office/drawing/2014/main" id="{F6CEB3B3-BCA4-CCA0-2252-9F4CBDADFB66}"/>
              </a:ext>
              <a:ext uri="{C183D7F6-B498-43B3-948B-1728B52AA6E4}">
                <adec:decorative xmlns:adec="http://schemas.microsoft.com/office/drawing/2017/decorative" val="1"/>
              </a:ext>
            </a:extLst>
          </p:cNvPr>
          <p:cNvPicPr>
            <a:picLocks noChangeAspect="1" noChangeArrowheads="1"/>
          </p:cNvPicPr>
          <p:nvPr/>
        </p:nvPicPr>
        <p:blipFill rotWithShape="1">
          <a:blip r:embed="rId55" cstate="screen">
            <a:extLst>
              <a:ext uri="{28A0092B-C50C-407E-A947-70E740481C1C}">
                <a14:useLocalDpi xmlns:a14="http://schemas.microsoft.com/office/drawing/2010/main" val="0"/>
              </a:ext>
            </a:extLst>
          </a:blip>
          <a:srcRect/>
          <a:stretch/>
        </p:blipFill>
        <p:spPr bwMode="auto">
          <a:xfrm>
            <a:off x="8656784" y="5250146"/>
            <a:ext cx="227636" cy="170768"/>
          </a:xfrm>
          <a:prstGeom prst="rect">
            <a:avLst/>
          </a:prstGeom>
          <a:noFill/>
          <a:extLst>
            <a:ext uri="{909E8E84-426E-40DD-AFC4-6F175D3DCCD1}">
              <a14:hiddenFill xmlns:a14="http://schemas.microsoft.com/office/drawing/2010/main">
                <a:solidFill>
                  <a:srgbClr val="FFFFFF"/>
                </a:solidFill>
              </a14:hiddenFill>
            </a:ext>
          </a:extLst>
        </p:spPr>
      </p:pic>
      <p:pic>
        <p:nvPicPr>
          <p:cNvPr id="1102" name="Picture 78">
            <a:extLst>
              <a:ext uri="{FF2B5EF4-FFF2-40B4-BE49-F238E27FC236}">
                <a16:creationId xmlns:a16="http://schemas.microsoft.com/office/drawing/2014/main" id="{D4111719-DB69-7005-11C0-BE629AC2749E}"/>
              </a:ext>
              <a:ext uri="{C183D7F6-B498-43B3-948B-1728B52AA6E4}">
                <adec:decorative xmlns:adec="http://schemas.microsoft.com/office/drawing/2017/decorative" val="1"/>
              </a:ext>
            </a:extLst>
          </p:cNvPr>
          <p:cNvPicPr>
            <a:picLocks noChangeAspect="1" noChangeArrowheads="1"/>
          </p:cNvPicPr>
          <p:nvPr/>
        </p:nvPicPr>
        <p:blipFill rotWithShape="1">
          <a:blip r:embed="rId56" cstate="screen">
            <a:extLst>
              <a:ext uri="{28A0092B-C50C-407E-A947-70E740481C1C}">
                <a14:useLocalDpi xmlns:a14="http://schemas.microsoft.com/office/drawing/2010/main" val="0"/>
              </a:ext>
            </a:extLst>
          </a:blip>
          <a:srcRect l="82060" r="-1"/>
          <a:stretch/>
        </p:blipFill>
        <p:spPr bwMode="auto">
          <a:xfrm>
            <a:off x="9496248" y="5245751"/>
            <a:ext cx="179510" cy="179558"/>
          </a:xfrm>
          <a:prstGeom prst="rect">
            <a:avLst/>
          </a:prstGeom>
          <a:noFill/>
          <a:extLst>
            <a:ext uri="{909E8E84-426E-40DD-AFC4-6F175D3DCCD1}">
              <a14:hiddenFill xmlns:a14="http://schemas.microsoft.com/office/drawing/2010/main">
                <a:solidFill>
                  <a:srgbClr val="FFFFFF"/>
                </a:solidFill>
              </a14:hiddenFill>
            </a:ext>
          </a:extLst>
        </p:spPr>
      </p:pic>
      <p:pic>
        <p:nvPicPr>
          <p:cNvPr id="1106" name="Picture 82">
            <a:extLst>
              <a:ext uri="{FF2B5EF4-FFF2-40B4-BE49-F238E27FC236}">
                <a16:creationId xmlns:a16="http://schemas.microsoft.com/office/drawing/2014/main" id="{476E6CB7-DD2A-064C-3C84-8203077A2FC0}"/>
              </a:ext>
              <a:ext uri="{C183D7F6-B498-43B3-948B-1728B52AA6E4}">
                <adec:decorative xmlns:adec="http://schemas.microsoft.com/office/drawing/2017/decorative" val="1"/>
              </a:ext>
            </a:extLst>
          </p:cNvPr>
          <p:cNvPicPr>
            <a:picLocks noChangeAspect="1" noChangeArrowheads="1"/>
          </p:cNvPicPr>
          <p:nvPr/>
        </p:nvPicPr>
        <p:blipFill rotWithShape="1">
          <a:blip r:embed="rId57" cstate="screen">
            <a:extLst>
              <a:ext uri="{28A0092B-C50C-407E-A947-70E740481C1C}">
                <a14:useLocalDpi xmlns:a14="http://schemas.microsoft.com/office/drawing/2010/main" val="0"/>
              </a:ext>
            </a:extLst>
          </a:blip>
          <a:srcRect/>
          <a:stretch/>
        </p:blipFill>
        <p:spPr bwMode="auto">
          <a:xfrm flipH="1">
            <a:off x="4620290" y="5834213"/>
            <a:ext cx="146614" cy="201594"/>
          </a:xfrm>
          <a:prstGeom prst="rect">
            <a:avLst/>
          </a:prstGeom>
          <a:noFill/>
          <a:extLst>
            <a:ext uri="{909E8E84-426E-40DD-AFC4-6F175D3DCCD1}">
              <a14:hiddenFill xmlns:a14="http://schemas.microsoft.com/office/drawing/2010/main">
                <a:solidFill>
                  <a:srgbClr val="FFFFFF"/>
                </a:solidFill>
              </a14:hiddenFill>
            </a:ext>
          </a:extLst>
        </p:spPr>
      </p:pic>
      <p:pic>
        <p:nvPicPr>
          <p:cNvPr id="1108" name="Picture 84">
            <a:extLst>
              <a:ext uri="{FF2B5EF4-FFF2-40B4-BE49-F238E27FC236}">
                <a16:creationId xmlns:a16="http://schemas.microsoft.com/office/drawing/2014/main" id="{54E850C3-8B67-1C71-75A6-81D6CD6F9F40}"/>
              </a:ext>
              <a:ext uri="{C183D7F6-B498-43B3-948B-1728B52AA6E4}">
                <adec:decorative xmlns:adec="http://schemas.microsoft.com/office/drawing/2017/decorative" val="1"/>
              </a:ext>
            </a:extLst>
          </p:cNvPr>
          <p:cNvPicPr>
            <a:picLocks noChangeAspect="1" noChangeArrowheads="1"/>
          </p:cNvPicPr>
          <p:nvPr/>
        </p:nvPicPr>
        <p:blipFill>
          <a:blip r:embed="rId58" cstate="screen">
            <a:extLst>
              <a:ext uri="{28A0092B-C50C-407E-A947-70E740481C1C}">
                <a14:useLocalDpi xmlns:a14="http://schemas.microsoft.com/office/drawing/2010/main" val="0"/>
              </a:ext>
            </a:extLst>
          </a:blip>
          <a:srcRect/>
          <a:stretch>
            <a:fillRect/>
          </a:stretch>
        </p:blipFill>
        <p:spPr bwMode="auto">
          <a:xfrm>
            <a:off x="5403932" y="5829944"/>
            <a:ext cx="210132" cy="210132"/>
          </a:xfrm>
          <a:prstGeom prst="rect">
            <a:avLst/>
          </a:prstGeom>
          <a:noFill/>
          <a:extLst>
            <a:ext uri="{909E8E84-426E-40DD-AFC4-6F175D3DCCD1}">
              <a14:hiddenFill xmlns:a14="http://schemas.microsoft.com/office/drawing/2010/main">
                <a:solidFill>
                  <a:srgbClr val="FFFFFF"/>
                </a:solidFill>
              </a14:hiddenFill>
            </a:ext>
          </a:extLst>
        </p:spPr>
      </p:pic>
      <p:pic>
        <p:nvPicPr>
          <p:cNvPr id="1112" name="Picture 88">
            <a:extLst>
              <a:ext uri="{FF2B5EF4-FFF2-40B4-BE49-F238E27FC236}">
                <a16:creationId xmlns:a16="http://schemas.microsoft.com/office/drawing/2014/main" id="{8C00914A-1B75-2D22-553A-EEFB983D753F}"/>
              </a:ext>
              <a:ext uri="{C183D7F6-B498-43B3-948B-1728B52AA6E4}">
                <adec:decorative xmlns:adec="http://schemas.microsoft.com/office/drawing/2017/decorative" val="1"/>
              </a:ext>
            </a:extLst>
          </p:cNvPr>
          <p:cNvPicPr>
            <a:picLocks noChangeAspect="1" noChangeArrowheads="1"/>
          </p:cNvPicPr>
          <p:nvPr/>
        </p:nvPicPr>
        <p:blipFill rotWithShape="1">
          <a:blip r:embed="rId59" cstate="screen">
            <a:extLst>
              <a:ext uri="{28A0092B-C50C-407E-A947-70E740481C1C}">
                <a14:useLocalDpi xmlns:a14="http://schemas.microsoft.com/office/drawing/2010/main" val="0"/>
              </a:ext>
            </a:extLst>
          </a:blip>
          <a:srcRect l="26420" t="16481" r="26420" b="16481"/>
          <a:stretch/>
        </p:blipFill>
        <p:spPr bwMode="auto">
          <a:xfrm>
            <a:off x="6209031" y="5825682"/>
            <a:ext cx="230736" cy="218656"/>
          </a:xfrm>
          <a:prstGeom prst="rect">
            <a:avLst/>
          </a:prstGeom>
          <a:noFill/>
          <a:extLst>
            <a:ext uri="{909E8E84-426E-40DD-AFC4-6F175D3DCCD1}">
              <a14:hiddenFill xmlns:a14="http://schemas.microsoft.com/office/drawing/2010/main">
                <a:solidFill>
                  <a:srgbClr val="FFFFFF"/>
                </a:solidFill>
              </a14:hiddenFill>
            </a:ext>
          </a:extLst>
        </p:spPr>
      </p:pic>
      <p:pic>
        <p:nvPicPr>
          <p:cNvPr id="1120" name="Picture 96">
            <a:extLst>
              <a:ext uri="{FF2B5EF4-FFF2-40B4-BE49-F238E27FC236}">
                <a16:creationId xmlns:a16="http://schemas.microsoft.com/office/drawing/2014/main" id="{9CDE4BCB-32FA-B1B5-82AA-56E84DF43C38}"/>
              </a:ext>
              <a:ext uri="{C183D7F6-B498-43B3-948B-1728B52AA6E4}">
                <adec:decorative xmlns:adec="http://schemas.microsoft.com/office/drawing/2017/decorative" val="1"/>
              </a:ext>
            </a:extLst>
          </p:cNvPr>
          <p:cNvPicPr>
            <a:picLocks noChangeAspect="1" noChangeArrowheads="1"/>
          </p:cNvPicPr>
          <p:nvPr/>
        </p:nvPicPr>
        <p:blipFill rotWithShape="1">
          <a:blip r:embed="rId60" cstate="screen">
            <a:extLst>
              <a:ext uri="{28A0092B-C50C-407E-A947-70E740481C1C}">
                <a14:useLocalDpi xmlns:a14="http://schemas.microsoft.com/office/drawing/2010/main" val="0"/>
              </a:ext>
            </a:extLst>
          </a:blip>
          <a:srcRect/>
          <a:stretch/>
        </p:blipFill>
        <p:spPr bwMode="auto">
          <a:xfrm>
            <a:off x="7855504" y="5839117"/>
            <a:ext cx="199394" cy="191786"/>
          </a:xfrm>
          <a:prstGeom prst="rect">
            <a:avLst/>
          </a:prstGeom>
          <a:noFill/>
          <a:extLst>
            <a:ext uri="{909E8E84-426E-40DD-AFC4-6F175D3DCCD1}">
              <a14:hiddenFill xmlns:a14="http://schemas.microsoft.com/office/drawing/2010/main">
                <a:solidFill>
                  <a:srgbClr val="FFFFFF"/>
                </a:solidFill>
              </a14:hiddenFill>
            </a:ext>
          </a:extLst>
        </p:spPr>
      </p:pic>
      <p:pic>
        <p:nvPicPr>
          <p:cNvPr id="1126" name="Picture 102">
            <a:extLst>
              <a:ext uri="{FF2B5EF4-FFF2-40B4-BE49-F238E27FC236}">
                <a16:creationId xmlns:a16="http://schemas.microsoft.com/office/drawing/2014/main" id="{87850E58-5501-AD4B-266F-5B2907879E4D}"/>
              </a:ext>
              <a:ext uri="{C183D7F6-B498-43B3-948B-1728B52AA6E4}">
                <adec:decorative xmlns:adec="http://schemas.microsoft.com/office/drawing/2017/decorative" val="1"/>
              </a:ext>
            </a:extLst>
          </p:cNvPr>
          <p:cNvPicPr>
            <a:picLocks noChangeAspect="1" noChangeArrowheads="1"/>
          </p:cNvPicPr>
          <p:nvPr/>
        </p:nvPicPr>
        <p:blipFill>
          <a:blip r:embed="rId61" cstate="screen">
            <a:extLst>
              <a:ext uri="{28A0092B-C50C-407E-A947-70E740481C1C}">
                <a14:useLocalDpi xmlns:a14="http://schemas.microsoft.com/office/drawing/2010/main" val="0"/>
              </a:ext>
            </a:extLst>
          </a:blip>
          <a:srcRect/>
          <a:stretch>
            <a:fillRect/>
          </a:stretch>
        </p:blipFill>
        <p:spPr bwMode="auto">
          <a:xfrm>
            <a:off x="10325427" y="5859033"/>
            <a:ext cx="151954" cy="151954"/>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a:extLst>
              <a:ext uri="{FF2B5EF4-FFF2-40B4-BE49-F238E27FC236}">
                <a16:creationId xmlns:a16="http://schemas.microsoft.com/office/drawing/2014/main" id="{7CF0B9E2-1367-88A8-536E-EFB00F007341}"/>
              </a:ext>
              <a:ext uri="{C183D7F6-B498-43B3-948B-1728B52AA6E4}">
                <adec:decorative xmlns:adec="http://schemas.microsoft.com/office/drawing/2017/decorative" val="1"/>
              </a:ext>
            </a:extLst>
          </p:cNvPr>
          <p:cNvPicPr>
            <a:picLocks noChangeAspect="1" noChangeArrowheads="1"/>
          </p:cNvPicPr>
          <p:nvPr/>
        </p:nvPicPr>
        <p:blipFill rotWithShape="1">
          <a:blip r:embed="rId62" cstate="screen">
            <a:extLst>
              <a:ext uri="{28A0092B-C50C-407E-A947-70E740481C1C}">
                <a14:useLocalDpi xmlns:a14="http://schemas.microsoft.com/office/drawing/2010/main" val="0"/>
              </a:ext>
            </a:extLst>
          </a:blip>
          <a:srcRect/>
          <a:stretch/>
        </p:blipFill>
        <p:spPr bwMode="auto">
          <a:xfrm>
            <a:off x="11150356" y="5797029"/>
            <a:ext cx="132892" cy="275962"/>
          </a:xfrm>
          <a:prstGeom prst="rect">
            <a:avLst/>
          </a:prstGeom>
          <a:noFill/>
          <a:extLst>
            <a:ext uri="{909E8E84-426E-40DD-AFC4-6F175D3DCCD1}">
              <a14:hiddenFill xmlns:a14="http://schemas.microsoft.com/office/drawing/2010/main">
                <a:solidFill>
                  <a:srgbClr val="FFFFFF"/>
                </a:solidFill>
              </a14:hiddenFill>
            </a:ext>
          </a:extLst>
        </p:spPr>
      </p:pic>
      <p:pic>
        <p:nvPicPr>
          <p:cNvPr id="1114" name="Picture 90">
            <a:extLst>
              <a:ext uri="{FF2B5EF4-FFF2-40B4-BE49-F238E27FC236}">
                <a16:creationId xmlns:a16="http://schemas.microsoft.com/office/drawing/2014/main" id="{5E565601-45E4-F9C4-E7E0-28B29C5C1279}"/>
              </a:ext>
              <a:ext uri="{C183D7F6-B498-43B3-948B-1728B52AA6E4}">
                <adec:decorative xmlns:adec="http://schemas.microsoft.com/office/drawing/2017/decorative" val="1"/>
              </a:ext>
            </a:extLst>
          </p:cNvPr>
          <p:cNvPicPr>
            <a:picLocks noChangeAspect="1" noChangeArrowheads="1"/>
          </p:cNvPicPr>
          <p:nvPr/>
        </p:nvPicPr>
        <p:blipFill rotWithShape="1">
          <a:blip r:embed="rId63" cstate="screen">
            <a:extLst>
              <a:ext uri="{28A0092B-C50C-407E-A947-70E740481C1C}">
                <a14:useLocalDpi xmlns:a14="http://schemas.microsoft.com/office/drawing/2010/main" val="0"/>
              </a:ext>
            </a:extLst>
          </a:blip>
          <a:srcRect l="1849" t="20534" r="77187" b="20534"/>
          <a:stretch/>
        </p:blipFill>
        <p:spPr bwMode="auto">
          <a:xfrm>
            <a:off x="7058043" y="5805730"/>
            <a:ext cx="163514" cy="258560"/>
          </a:xfrm>
          <a:prstGeom prst="rect">
            <a:avLst/>
          </a:prstGeom>
          <a:noFill/>
          <a:extLst>
            <a:ext uri="{909E8E84-426E-40DD-AFC4-6F175D3DCCD1}">
              <a14:hiddenFill xmlns:a14="http://schemas.microsoft.com/office/drawing/2010/main">
                <a:solidFill>
                  <a:srgbClr val="FFFFFF"/>
                </a:solidFill>
              </a14:hiddenFill>
            </a:ext>
          </a:extLst>
        </p:spPr>
      </p:pic>
      <p:pic>
        <p:nvPicPr>
          <p:cNvPr id="233" name="Picture 96">
            <a:extLst>
              <a:ext uri="{FF2B5EF4-FFF2-40B4-BE49-F238E27FC236}">
                <a16:creationId xmlns:a16="http://schemas.microsoft.com/office/drawing/2014/main" id="{5CB63AC5-1B9F-D009-F854-F440B2AE1E8B}"/>
              </a:ext>
              <a:ext uri="{C183D7F6-B498-43B3-948B-1728B52AA6E4}">
                <adec:decorative xmlns:adec="http://schemas.microsoft.com/office/drawing/2017/decorative" val="1"/>
              </a:ext>
            </a:extLst>
          </p:cNvPr>
          <p:cNvPicPr>
            <a:picLocks noChangeAspect="1" noChangeArrowheads="1"/>
          </p:cNvPicPr>
          <p:nvPr/>
        </p:nvPicPr>
        <p:blipFill rotWithShape="1">
          <a:blip r:embed="rId64" cstate="screen">
            <a:extLst>
              <a:ext uri="{28A0092B-C50C-407E-A947-70E740481C1C}">
                <a14:useLocalDpi xmlns:a14="http://schemas.microsoft.com/office/drawing/2010/main" val="0"/>
              </a:ext>
            </a:extLst>
          </a:blip>
          <a:srcRect/>
          <a:stretch/>
        </p:blipFill>
        <p:spPr bwMode="auto">
          <a:xfrm>
            <a:off x="8670905" y="5839117"/>
            <a:ext cx="199394" cy="191786"/>
          </a:xfrm>
          <a:prstGeom prst="rect">
            <a:avLst/>
          </a:prstGeom>
          <a:noFill/>
          <a:extLst>
            <a:ext uri="{909E8E84-426E-40DD-AFC4-6F175D3DCCD1}">
              <a14:hiddenFill xmlns:a14="http://schemas.microsoft.com/office/drawing/2010/main">
                <a:solidFill>
                  <a:srgbClr val="FFFFFF"/>
                </a:solidFill>
              </a14:hiddenFill>
            </a:ext>
          </a:extLst>
        </p:spPr>
      </p:pic>
      <p:pic>
        <p:nvPicPr>
          <p:cNvPr id="234" name="Picture 100">
            <a:extLst>
              <a:ext uri="{FF2B5EF4-FFF2-40B4-BE49-F238E27FC236}">
                <a16:creationId xmlns:a16="http://schemas.microsoft.com/office/drawing/2014/main" id="{318AC551-A702-E31E-72AD-ED3755DD1614}"/>
              </a:ext>
              <a:ext uri="{C183D7F6-B498-43B3-948B-1728B52AA6E4}">
                <adec:decorative xmlns:adec="http://schemas.microsoft.com/office/drawing/2017/decorative" val="1"/>
              </a:ext>
            </a:extLst>
          </p:cNvPr>
          <p:cNvPicPr>
            <a:picLocks noChangeAspect="1" noChangeArrowheads="1"/>
          </p:cNvPicPr>
          <p:nvPr/>
        </p:nvPicPr>
        <p:blipFill rotWithShape="1">
          <a:blip r:embed="rId65" cstate="screen">
            <a:extLst>
              <a:ext uri="{28A0092B-C50C-407E-A947-70E740481C1C}">
                <a14:useLocalDpi xmlns:a14="http://schemas.microsoft.com/office/drawing/2010/main" val="0"/>
              </a:ext>
            </a:extLst>
          </a:blip>
          <a:srcRect/>
          <a:stretch/>
        </p:blipFill>
        <p:spPr bwMode="auto">
          <a:xfrm>
            <a:off x="9476258" y="5853305"/>
            <a:ext cx="219490" cy="163410"/>
          </a:xfrm>
          <a:prstGeom prst="rect">
            <a:avLst/>
          </a:prstGeom>
          <a:noFill/>
          <a:extLst>
            <a:ext uri="{909E8E84-426E-40DD-AFC4-6F175D3DCCD1}">
              <a14:hiddenFill xmlns:a14="http://schemas.microsoft.com/office/drawing/2010/main">
                <a:solidFill>
                  <a:srgbClr val="FFFFFF"/>
                </a:solidFill>
              </a14:hiddenFill>
            </a:ext>
          </a:extLst>
        </p:spPr>
      </p:pic>
      <p:pic>
        <p:nvPicPr>
          <p:cNvPr id="204" name="Graphic 203">
            <a:extLst>
              <a:ext uri="{FF2B5EF4-FFF2-40B4-BE49-F238E27FC236}">
                <a16:creationId xmlns:a16="http://schemas.microsoft.com/office/drawing/2014/main" id="{2FAF49BC-39EF-10BC-2949-8B3F5EFBC6B6}"/>
              </a:ext>
              <a:ext uri="{C183D7F6-B498-43B3-948B-1728B52AA6E4}">
                <adec:decorative xmlns:adec="http://schemas.microsoft.com/office/drawing/2017/decorative" val="1"/>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4582804" y="3089930"/>
            <a:ext cx="221586" cy="221586"/>
          </a:xfrm>
          <a:prstGeom prst="rect">
            <a:avLst/>
          </a:prstGeom>
        </p:spPr>
      </p:pic>
      <p:pic>
        <p:nvPicPr>
          <p:cNvPr id="205" name="Graphic 204">
            <a:extLst>
              <a:ext uri="{FF2B5EF4-FFF2-40B4-BE49-F238E27FC236}">
                <a16:creationId xmlns:a16="http://schemas.microsoft.com/office/drawing/2014/main" id="{B7022CB0-3FB7-DBD6-5723-6E2F6D21F911}"/>
              </a:ext>
              <a:ext uri="{C183D7F6-B498-43B3-948B-1728B52AA6E4}">
                <adec:decorative xmlns:adec="http://schemas.microsoft.com/office/drawing/2017/decorative" val="1"/>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5398205" y="3089930"/>
            <a:ext cx="221586" cy="221586"/>
          </a:xfrm>
          <a:prstGeom prst="rect">
            <a:avLst/>
          </a:prstGeom>
        </p:spPr>
      </p:pic>
      <p:pic>
        <p:nvPicPr>
          <p:cNvPr id="1072" name="Picture 48">
            <a:extLst>
              <a:ext uri="{FF2B5EF4-FFF2-40B4-BE49-F238E27FC236}">
                <a16:creationId xmlns:a16="http://schemas.microsoft.com/office/drawing/2014/main" id="{101F4DB5-3AD0-0317-842F-52D7A3026846}"/>
              </a:ext>
              <a:ext uri="{C183D7F6-B498-43B3-948B-1728B52AA6E4}">
                <adec:decorative xmlns:adec="http://schemas.microsoft.com/office/drawing/2017/decorative" val="1"/>
              </a:ext>
            </a:extLst>
          </p:cNvPr>
          <p:cNvPicPr>
            <a:picLocks noChangeAspect="1" noChangeArrowheads="1"/>
          </p:cNvPicPr>
          <p:nvPr/>
        </p:nvPicPr>
        <p:blipFill rotWithShape="1">
          <a:blip r:embed="rId68" cstate="screen">
            <a:extLst>
              <a:ext uri="{28A0092B-C50C-407E-A947-70E740481C1C}">
                <a14:useLocalDpi xmlns:a14="http://schemas.microsoft.com/office/drawing/2010/main" val="0"/>
              </a:ext>
            </a:extLst>
          </a:blip>
          <a:srcRect/>
          <a:stretch/>
        </p:blipFill>
        <p:spPr bwMode="auto">
          <a:xfrm>
            <a:off x="6219955" y="3096106"/>
            <a:ext cx="208888" cy="209234"/>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54">
            <a:extLst>
              <a:ext uri="{FF2B5EF4-FFF2-40B4-BE49-F238E27FC236}">
                <a16:creationId xmlns:a16="http://schemas.microsoft.com/office/drawing/2014/main" id="{5A56183D-3416-228E-5E81-8D0DFAF6117C}"/>
              </a:ext>
              <a:ext uri="{C183D7F6-B498-43B3-948B-1728B52AA6E4}">
                <adec:decorative xmlns:adec="http://schemas.microsoft.com/office/drawing/2017/decorative" val="1"/>
              </a:ext>
            </a:extLst>
          </p:cNvPr>
          <p:cNvPicPr>
            <a:picLocks noChangeAspect="1" noChangeArrowheads="1"/>
          </p:cNvPicPr>
          <p:nvPr/>
        </p:nvPicPr>
        <p:blipFill rotWithShape="1">
          <a:blip r:embed="rId69" cstate="screen">
            <a:extLst>
              <a:ext uri="{28A0092B-C50C-407E-A947-70E740481C1C}">
                <a14:useLocalDpi xmlns:a14="http://schemas.microsoft.com/office/drawing/2010/main" val="0"/>
              </a:ext>
            </a:extLst>
          </a:blip>
          <a:srcRect/>
          <a:stretch/>
        </p:blipFill>
        <p:spPr bwMode="auto">
          <a:xfrm>
            <a:off x="7827709" y="3078923"/>
            <a:ext cx="254984" cy="243600"/>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56">
            <a:extLst>
              <a:ext uri="{FF2B5EF4-FFF2-40B4-BE49-F238E27FC236}">
                <a16:creationId xmlns:a16="http://schemas.microsoft.com/office/drawing/2014/main" id="{CA1087F4-E3C0-B8C6-79E3-C1DFFCE8148C}"/>
              </a:ext>
              <a:ext uri="{C183D7F6-B498-43B3-948B-1728B52AA6E4}">
                <adec:decorative xmlns:adec="http://schemas.microsoft.com/office/drawing/2017/decorative" val="1"/>
              </a:ext>
            </a:extLst>
          </p:cNvPr>
          <p:cNvPicPr>
            <a:picLocks noChangeAspect="1" noChangeArrowheads="1"/>
          </p:cNvPicPr>
          <p:nvPr/>
        </p:nvPicPr>
        <p:blipFill rotWithShape="1">
          <a:blip r:embed="rId70" cstate="screen">
            <a:extLst>
              <a:ext uri="{28A0092B-C50C-407E-A947-70E740481C1C}">
                <a14:useLocalDpi xmlns:a14="http://schemas.microsoft.com/office/drawing/2010/main" val="0"/>
              </a:ext>
            </a:extLst>
          </a:blip>
          <a:srcRect/>
          <a:stretch/>
        </p:blipFill>
        <p:spPr bwMode="auto">
          <a:xfrm>
            <a:off x="11053290" y="3084652"/>
            <a:ext cx="327024" cy="232142"/>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a:extLst>
              <a:ext uri="{FF2B5EF4-FFF2-40B4-BE49-F238E27FC236}">
                <a16:creationId xmlns:a16="http://schemas.microsoft.com/office/drawing/2014/main" id="{88A07A0D-F548-C07C-E110-9CA4576660C4}"/>
              </a:ext>
              <a:ext uri="{C183D7F6-B498-43B3-948B-1728B52AA6E4}">
                <adec:decorative xmlns:adec="http://schemas.microsoft.com/office/drawing/2017/decorative" val="1"/>
              </a:ext>
            </a:extLst>
          </p:cNvPr>
          <p:cNvPicPr>
            <a:picLocks noChangeAspect="1" noChangeArrowheads="1"/>
          </p:cNvPicPr>
          <p:nvPr/>
        </p:nvPicPr>
        <p:blipFill rotWithShape="1">
          <a:blip r:embed="rId71" cstate="screen">
            <a:extLst>
              <a:ext uri="{28A0092B-C50C-407E-A947-70E740481C1C}">
                <a14:useLocalDpi xmlns:a14="http://schemas.microsoft.com/office/drawing/2010/main" val="0"/>
              </a:ext>
            </a:extLst>
          </a:blip>
          <a:srcRect l="11296" t="38667" r="39481" b="38667"/>
          <a:stretch/>
        </p:blipFill>
        <p:spPr bwMode="auto">
          <a:xfrm>
            <a:off x="6964486" y="3146902"/>
            <a:ext cx="350628" cy="107642"/>
          </a:xfrm>
          <a:prstGeom prst="rect">
            <a:avLst/>
          </a:prstGeom>
          <a:noFill/>
          <a:extLst>
            <a:ext uri="{909E8E84-426E-40DD-AFC4-6F175D3DCCD1}">
              <a14:hiddenFill xmlns:a14="http://schemas.microsoft.com/office/drawing/2010/main">
                <a:solidFill>
                  <a:srgbClr val="FFFFFF"/>
                </a:solidFill>
              </a14:hiddenFill>
            </a:ext>
          </a:extLst>
        </p:spPr>
      </p:pic>
      <p:pic>
        <p:nvPicPr>
          <p:cNvPr id="1130" name="Picture 106">
            <a:extLst>
              <a:ext uri="{FF2B5EF4-FFF2-40B4-BE49-F238E27FC236}">
                <a16:creationId xmlns:a16="http://schemas.microsoft.com/office/drawing/2014/main" id="{55C25B9F-F8E2-02B3-B8BA-3C386A63AA6D}"/>
              </a:ext>
              <a:ext uri="{C183D7F6-B498-43B3-948B-1728B52AA6E4}">
                <adec:decorative xmlns:adec="http://schemas.microsoft.com/office/drawing/2017/decorative" val="1"/>
              </a:ext>
            </a:extLst>
          </p:cNvPr>
          <p:cNvPicPr>
            <a:picLocks noChangeAspect="1" noChangeArrowheads="1"/>
          </p:cNvPicPr>
          <p:nvPr/>
        </p:nvPicPr>
        <p:blipFill rotWithShape="1">
          <a:blip r:embed="rId72" cstate="screen">
            <a:extLst>
              <a:ext uri="{28A0092B-C50C-407E-A947-70E740481C1C}">
                <a14:useLocalDpi xmlns:a14="http://schemas.microsoft.com/office/drawing/2010/main" val="0"/>
              </a:ext>
            </a:extLst>
          </a:blip>
          <a:srcRect/>
          <a:stretch/>
        </p:blipFill>
        <p:spPr bwMode="auto">
          <a:xfrm>
            <a:off x="8671300" y="3098712"/>
            <a:ext cx="198604" cy="204022"/>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106">
            <a:extLst>
              <a:ext uri="{FF2B5EF4-FFF2-40B4-BE49-F238E27FC236}">
                <a16:creationId xmlns:a16="http://schemas.microsoft.com/office/drawing/2014/main" id="{714ABDC5-D017-C1E7-C53D-B18C3ECFFDB3}"/>
              </a:ext>
              <a:ext uri="{C183D7F6-B498-43B3-948B-1728B52AA6E4}">
                <adec:decorative xmlns:adec="http://schemas.microsoft.com/office/drawing/2017/decorative" val="1"/>
              </a:ext>
            </a:extLst>
          </p:cNvPr>
          <p:cNvPicPr>
            <a:picLocks noChangeAspect="1" noChangeArrowheads="1"/>
          </p:cNvPicPr>
          <p:nvPr/>
        </p:nvPicPr>
        <p:blipFill rotWithShape="1">
          <a:blip r:embed="rId72" cstate="screen">
            <a:extLst>
              <a:ext uri="{28A0092B-C50C-407E-A947-70E740481C1C}">
                <a14:useLocalDpi xmlns:a14="http://schemas.microsoft.com/office/drawing/2010/main" val="0"/>
              </a:ext>
            </a:extLst>
          </a:blip>
          <a:srcRect/>
          <a:stretch/>
        </p:blipFill>
        <p:spPr bwMode="auto">
          <a:xfrm>
            <a:off x="9486701" y="3098712"/>
            <a:ext cx="198604" cy="20402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49AB39A0-414F-BB78-4E84-A12F8542B172}"/>
              </a:ext>
              <a:ext uri="{C183D7F6-B498-43B3-948B-1728B52AA6E4}">
                <adec:decorative xmlns:adec="http://schemas.microsoft.com/office/drawing/2017/decorative" val="1"/>
              </a:ext>
            </a:extLst>
          </p:cNvPr>
          <p:cNvPicPr>
            <a:picLocks noChangeAspect="1"/>
          </p:cNvPicPr>
          <p:nvPr/>
        </p:nvPicPr>
        <p:blipFill rotWithShape="1">
          <a:blip r:embed="rId73" cstate="screen">
            <a:extLst>
              <a:ext uri="{28A0092B-C50C-407E-A947-70E740481C1C}">
                <a14:useLocalDpi xmlns:a14="http://schemas.microsoft.com/office/drawing/2010/main" val="0"/>
              </a:ext>
            </a:extLst>
          </a:blip>
          <a:srcRect/>
          <a:stretch/>
        </p:blipFill>
        <p:spPr>
          <a:xfrm>
            <a:off x="6157785" y="2423519"/>
            <a:ext cx="333228" cy="316325"/>
          </a:xfrm>
          <a:prstGeom prst="rect">
            <a:avLst/>
          </a:prstGeom>
        </p:spPr>
      </p:pic>
      <p:pic>
        <p:nvPicPr>
          <p:cNvPr id="34" name="Picture 33">
            <a:extLst>
              <a:ext uri="{FF2B5EF4-FFF2-40B4-BE49-F238E27FC236}">
                <a16:creationId xmlns:a16="http://schemas.microsoft.com/office/drawing/2014/main" id="{DFF46F93-F741-4BD9-7A06-36FF9EB9D182}"/>
              </a:ext>
              <a:ext uri="{C183D7F6-B498-43B3-948B-1728B52AA6E4}">
                <adec:decorative xmlns:adec="http://schemas.microsoft.com/office/drawing/2017/decorative" val="1"/>
              </a:ext>
            </a:extLst>
          </p:cNvPr>
          <p:cNvPicPr>
            <a:picLocks noChangeAspect="1"/>
          </p:cNvPicPr>
          <p:nvPr/>
        </p:nvPicPr>
        <p:blipFill rotWithShape="1">
          <a:blip r:embed="rId74" cstate="screen">
            <a:extLst>
              <a:ext uri="{28A0092B-C50C-407E-A947-70E740481C1C}">
                <a14:useLocalDpi xmlns:a14="http://schemas.microsoft.com/office/drawing/2010/main" val="0"/>
              </a:ext>
            </a:extLst>
          </a:blip>
          <a:srcRect/>
          <a:stretch/>
        </p:blipFill>
        <p:spPr>
          <a:xfrm>
            <a:off x="7833830" y="5208042"/>
            <a:ext cx="242742" cy="237877"/>
          </a:xfrm>
          <a:prstGeom prst="rect">
            <a:avLst/>
          </a:prstGeom>
        </p:spPr>
      </p:pic>
      <p:pic>
        <p:nvPicPr>
          <p:cNvPr id="36" name="Picture 35">
            <a:extLst>
              <a:ext uri="{FF2B5EF4-FFF2-40B4-BE49-F238E27FC236}">
                <a16:creationId xmlns:a16="http://schemas.microsoft.com/office/drawing/2014/main" id="{9C1B6816-BBD8-F92E-2D4F-E3606325DC7A}"/>
              </a:ext>
              <a:ext uri="{C183D7F6-B498-43B3-948B-1728B52AA6E4}">
                <adec:decorative xmlns:adec="http://schemas.microsoft.com/office/drawing/2017/decorative" val="1"/>
              </a:ext>
            </a:extLst>
          </p:cNvPr>
          <p:cNvPicPr>
            <a:picLocks noChangeAspect="1"/>
          </p:cNvPicPr>
          <p:nvPr/>
        </p:nvPicPr>
        <p:blipFill>
          <a:blip r:embed="rId75" cstate="screen">
            <a:extLst>
              <a:ext uri="{28A0092B-C50C-407E-A947-70E740481C1C}">
                <a14:useLocalDpi xmlns:a14="http://schemas.microsoft.com/office/drawing/2010/main" val="0"/>
              </a:ext>
            </a:extLst>
          </a:blip>
          <a:stretch>
            <a:fillRect/>
          </a:stretch>
        </p:blipFill>
        <p:spPr>
          <a:xfrm>
            <a:off x="8625940" y="4395902"/>
            <a:ext cx="289324" cy="304796"/>
          </a:xfrm>
          <a:prstGeom prst="rect">
            <a:avLst/>
          </a:prstGeom>
        </p:spPr>
      </p:pic>
      <p:pic>
        <p:nvPicPr>
          <p:cNvPr id="38" name="Picture 37">
            <a:extLst>
              <a:ext uri="{FF2B5EF4-FFF2-40B4-BE49-F238E27FC236}">
                <a16:creationId xmlns:a16="http://schemas.microsoft.com/office/drawing/2014/main" id="{42FDE56A-A2F5-E6B5-8D8A-F1BF1F1315B0}"/>
              </a:ext>
              <a:ext uri="{C183D7F6-B498-43B3-948B-1728B52AA6E4}">
                <adec:decorative xmlns:adec="http://schemas.microsoft.com/office/drawing/2017/decorative" val="1"/>
              </a:ext>
            </a:extLst>
          </p:cNvPr>
          <p:cNvPicPr>
            <a:picLocks noChangeAspect="1"/>
          </p:cNvPicPr>
          <p:nvPr/>
        </p:nvPicPr>
        <p:blipFill>
          <a:blip r:embed="rId76" cstate="screen">
            <a:extLst>
              <a:ext uri="{28A0092B-C50C-407E-A947-70E740481C1C}">
                <a14:useLocalDpi xmlns:a14="http://schemas.microsoft.com/office/drawing/2010/main" val="0"/>
              </a:ext>
            </a:extLst>
          </a:blip>
          <a:stretch>
            <a:fillRect/>
          </a:stretch>
        </p:blipFill>
        <p:spPr>
          <a:xfrm>
            <a:off x="8570093" y="3630703"/>
            <a:ext cx="401018" cy="268768"/>
          </a:xfrm>
          <a:prstGeom prst="rect">
            <a:avLst/>
          </a:prstGeom>
        </p:spPr>
      </p:pic>
      <p:pic>
        <p:nvPicPr>
          <p:cNvPr id="40" name="Picture 39">
            <a:extLst>
              <a:ext uri="{FF2B5EF4-FFF2-40B4-BE49-F238E27FC236}">
                <a16:creationId xmlns:a16="http://schemas.microsoft.com/office/drawing/2014/main" id="{25212079-C95B-A5F4-E582-A1D39C0E99FE}"/>
              </a:ext>
              <a:ext uri="{C183D7F6-B498-43B3-948B-1728B52AA6E4}">
                <adec:decorative xmlns:adec="http://schemas.microsoft.com/office/drawing/2017/decorative" val="1"/>
              </a:ext>
            </a:extLst>
          </p:cNvPr>
          <p:cNvPicPr>
            <a:picLocks noChangeAspect="1"/>
          </p:cNvPicPr>
          <p:nvPr/>
        </p:nvPicPr>
        <p:blipFill rotWithShape="1">
          <a:blip r:embed="rId77" cstate="screen">
            <a:extLst>
              <a:ext uri="{28A0092B-C50C-407E-A947-70E740481C1C}">
                <a14:useLocalDpi xmlns:a14="http://schemas.microsoft.com/office/drawing/2010/main" val="0"/>
              </a:ext>
            </a:extLst>
          </a:blip>
          <a:srcRect/>
          <a:stretch/>
        </p:blipFill>
        <p:spPr>
          <a:xfrm>
            <a:off x="7814568" y="1267979"/>
            <a:ext cx="281267" cy="285360"/>
          </a:xfrm>
          <a:prstGeom prst="rect">
            <a:avLst/>
          </a:prstGeom>
        </p:spPr>
      </p:pic>
      <p:pic>
        <p:nvPicPr>
          <p:cNvPr id="42" name="Picture 41">
            <a:extLst>
              <a:ext uri="{FF2B5EF4-FFF2-40B4-BE49-F238E27FC236}">
                <a16:creationId xmlns:a16="http://schemas.microsoft.com/office/drawing/2014/main" id="{B3D95BAC-1F59-6A28-27D8-DD0E746B2FF3}"/>
              </a:ext>
              <a:ext uri="{C183D7F6-B498-43B3-948B-1728B52AA6E4}">
                <adec:decorative xmlns:adec="http://schemas.microsoft.com/office/drawing/2017/decorative" val="1"/>
              </a:ext>
            </a:extLst>
          </p:cNvPr>
          <p:cNvPicPr>
            <a:picLocks noChangeAspect="1"/>
          </p:cNvPicPr>
          <p:nvPr/>
        </p:nvPicPr>
        <p:blipFill>
          <a:blip r:embed="rId78" cstate="screen">
            <a:extLst>
              <a:ext uri="{28A0092B-C50C-407E-A947-70E740481C1C}">
                <a14:useLocalDpi xmlns:a14="http://schemas.microsoft.com/office/drawing/2010/main" val="0"/>
              </a:ext>
            </a:extLst>
          </a:blip>
          <a:stretch>
            <a:fillRect/>
          </a:stretch>
        </p:blipFill>
        <p:spPr>
          <a:xfrm>
            <a:off x="7761440" y="1867819"/>
            <a:ext cx="387522" cy="277780"/>
          </a:xfrm>
          <a:prstGeom prst="rect">
            <a:avLst/>
          </a:prstGeom>
        </p:spPr>
      </p:pic>
      <p:pic>
        <p:nvPicPr>
          <p:cNvPr id="44" name="Picture 43">
            <a:extLst>
              <a:ext uri="{FF2B5EF4-FFF2-40B4-BE49-F238E27FC236}">
                <a16:creationId xmlns:a16="http://schemas.microsoft.com/office/drawing/2014/main" id="{0D78280C-524F-528B-36D2-EB6A273AD997}"/>
              </a:ext>
              <a:ext uri="{C183D7F6-B498-43B3-948B-1728B52AA6E4}">
                <adec:decorative xmlns:adec="http://schemas.microsoft.com/office/drawing/2017/decorative" val="1"/>
              </a:ext>
            </a:extLst>
          </p:cNvPr>
          <p:cNvPicPr>
            <a:picLocks noChangeAspect="1"/>
          </p:cNvPicPr>
          <p:nvPr/>
        </p:nvPicPr>
        <p:blipFill>
          <a:blip r:embed="rId79" cstate="screen">
            <a:extLst>
              <a:ext uri="{28A0092B-C50C-407E-A947-70E740481C1C}">
                <a14:useLocalDpi xmlns:a14="http://schemas.microsoft.com/office/drawing/2010/main" val="0"/>
              </a:ext>
            </a:extLst>
          </a:blip>
          <a:stretch>
            <a:fillRect/>
          </a:stretch>
        </p:blipFill>
        <p:spPr>
          <a:xfrm>
            <a:off x="8593702" y="1846103"/>
            <a:ext cx="353801" cy="310916"/>
          </a:xfrm>
          <a:prstGeom prst="rect">
            <a:avLst/>
          </a:prstGeom>
        </p:spPr>
      </p:pic>
      <p:pic>
        <p:nvPicPr>
          <p:cNvPr id="46" name="Picture 45">
            <a:extLst>
              <a:ext uri="{FF2B5EF4-FFF2-40B4-BE49-F238E27FC236}">
                <a16:creationId xmlns:a16="http://schemas.microsoft.com/office/drawing/2014/main" id="{C3FF9356-5A0D-A500-61B4-BD546973B447}"/>
              </a:ext>
              <a:ext uri="{C183D7F6-B498-43B3-948B-1728B52AA6E4}">
                <adec:decorative xmlns:adec="http://schemas.microsoft.com/office/drawing/2017/decorative" val="1"/>
              </a:ext>
            </a:extLst>
          </p:cNvPr>
          <p:cNvPicPr>
            <a:picLocks noChangeAspect="1"/>
          </p:cNvPicPr>
          <p:nvPr/>
        </p:nvPicPr>
        <p:blipFill>
          <a:blip r:embed="rId80" cstate="screen">
            <a:extLst>
              <a:ext uri="{28A0092B-C50C-407E-A947-70E740481C1C}">
                <a14:useLocalDpi xmlns:a14="http://schemas.microsoft.com/office/drawing/2010/main" val="0"/>
              </a:ext>
            </a:extLst>
          </a:blip>
          <a:stretch>
            <a:fillRect/>
          </a:stretch>
        </p:blipFill>
        <p:spPr>
          <a:xfrm>
            <a:off x="11086132" y="1262168"/>
            <a:ext cx="261341" cy="293672"/>
          </a:xfrm>
          <a:prstGeom prst="rect">
            <a:avLst/>
          </a:prstGeom>
        </p:spPr>
      </p:pic>
      <p:pic>
        <p:nvPicPr>
          <p:cNvPr id="48" name="Picture 47">
            <a:extLst>
              <a:ext uri="{FF2B5EF4-FFF2-40B4-BE49-F238E27FC236}">
                <a16:creationId xmlns:a16="http://schemas.microsoft.com/office/drawing/2014/main" id="{05388212-397F-62AE-F07B-C45D15A2C517}"/>
              </a:ext>
              <a:ext uri="{C183D7F6-B498-43B3-948B-1728B52AA6E4}">
                <adec:decorative xmlns:adec="http://schemas.microsoft.com/office/drawing/2017/decorative" val="1"/>
              </a:ext>
            </a:extLst>
          </p:cNvPr>
          <p:cNvPicPr>
            <a:picLocks noChangeAspect="1"/>
          </p:cNvPicPr>
          <p:nvPr/>
        </p:nvPicPr>
        <p:blipFill>
          <a:blip r:embed="rId81" cstate="screen">
            <a:extLst>
              <a:ext uri="{28A0092B-C50C-407E-A947-70E740481C1C}">
                <a14:useLocalDpi xmlns:a14="http://schemas.microsoft.com/office/drawing/2010/main" val="0"/>
              </a:ext>
            </a:extLst>
          </a:blip>
          <a:stretch>
            <a:fillRect/>
          </a:stretch>
        </p:blipFill>
        <p:spPr>
          <a:xfrm>
            <a:off x="10224482" y="1840433"/>
            <a:ext cx="353844" cy="281261"/>
          </a:xfrm>
          <a:prstGeom prst="rect">
            <a:avLst/>
          </a:prstGeom>
        </p:spPr>
      </p:pic>
      <p:pic>
        <p:nvPicPr>
          <p:cNvPr id="49" name="Picture 48">
            <a:extLst>
              <a:ext uri="{FF2B5EF4-FFF2-40B4-BE49-F238E27FC236}">
                <a16:creationId xmlns:a16="http://schemas.microsoft.com/office/drawing/2014/main" id="{15EA8150-821C-4023-85A4-E49440928AC4}"/>
              </a:ext>
              <a:ext uri="{C183D7F6-B498-43B3-948B-1728B52AA6E4}">
                <adec:decorative xmlns:adec="http://schemas.microsoft.com/office/drawing/2017/decorative" val="1"/>
              </a:ext>
            </a:extLst>
          </p:cNvPr>
          <p:cNvPicPr>
            <a:picLocks noChangeAspect="1"/>
          </p:cNvPicPr>
          <p:nvPr/>
        </p:nvPicPr>
        <p:blipFill>
          <a:blip r:embed="rId79" cstate="screen">
            <a:extLst>
              <a:ext uri="{28A0092B-C50C-407E-A947-70E740481C1C}">
                <a14:useLocalDpi xmlns:a14="http://schemas.microsoft.com/office/drawing/2010/main" val="0"/>
              </a:ext>
            </a:extLst>
          </a:blip>
          <a:stretch>
            <a:fillRect/>
          </a:stretch>
        </p:blipFill>
        <p:spPr>
          <a:xfrm>
            <a:off x="9409103" y="1846103"/>
            <a:ext cx="353801" cy="310916"/>
          </a:xfrm>
          <a:prstGeom prst="rect">
            <a:avLst/>
          </a:prstGeom>
        </p:spPr>
      </p:pic>
      <p:pic>
        <p:nvPicPr>
          <p:cNvPr id="51" name="Picture 50">
            <a:extLst>
              <a:ext uri="{FF2B5EF4-FFF2-40B4-BE49-F238E27FC236}">
                <a16:creationId xmlns:a16="http://schemas.microsoft.com/office/drawing/2014/main" id="{14E850B6-1890-D944-80BC-703C68D92C0E}"/>
              </a:ext>
              <a:ext uri="{C183D7F6-B498-43B3-948B-1728B52AA6E4}">
                <adec:decorative xmlns:adec="http://schemas.microsoft.com/office/drawing/2017/decorative" val="1"/>
              </a:ext>
            </a:extLst>
          </p:cNvPr>
          <p:cNvPicPr>
            <a:picLocks noChangeAspect="1"/>
          </p:cNvPicPr>
          <p:nvPr/>
        </p:nvPicPr>
        <p:blipFill>
          <a:blip r:embed="rId82" cstate="screen">
            <a:extLst>
              <a:ext uri="{28A0092B-C50C-407E-A947-70E740481C1C}">
                <a14:useLocalDpi xmlns:a14="http://schemas.microsoft.com/office/drawing/2010/main" val="0"/>
              </a:ext>
            </a:extLst>
          </a:blip>
          <a:stretch>
            <a:fillRect/>
          </a:stretch>
        </p:blipFill>
        <p:spPr>
          <a:xfrm>
            <a:off x="10212683" y="3052030"/>
            <a:ext cx="377442" cy="307912"/>
          </a:xfrm>
          <a:prstGeom prst="rect">
            <a:avLst/>
          </a:prstGeom>
        </p:spPr>
      </p:pic>
      <p:pic>
        <p:nvPicPr>
          <p:cNvPr id="53" name="Picture 52">
            <a:extLst>
              <a:ext uri="{FF2B5EF4-FFF2-40B4-BE49-F238E27FC236}">
                <a16:creationId xmlns:a16="http://schemas.microsoft.com/office/drawing/2014/main" id="{7D6583D1-FE2B-0C60-5E14-F9410CC35427}"/>
              </a:ext>
              <a:ext uri="{C183D7F6-B498-43B3-948B-1728B52AA6E4}">
                <adec:decorative xmlns:adec="http://schemas.microsoft.com/office/drawing/2017/decorative" val="1"/>
              </a:ext>
            </a:extLst>
          </p:cNvPr>
          <p:cNvPicPr>
            <a:picLocks noChangeAspect="1"/>
          </p:cNvPicPr>
          <p:nvPr/>
        </p:nvPicPr>
        <p:blipFill>
          <a:blip r:embed="rId83" cstate="screen">
            <a:extLst>
              <a:ext uri="{28A0092B-C50C-407E-A947-70E740481C1C}">
                <a14:useLocalDpi xmlns:a14="http://schemas.microsoft.com/office/drawing/2010/main" val="0"/>
              </a:ext>
            </a:extLst>
          </a:blip>
          <a:stretch>
            <a:fillRect/>
          </a:stretch>
        </p:blipFill>
        <p:spPr>
          <a:xfrm>
            <a:off x="10217407" y="4406120"/>
            <a:ext cx="367994" cy="284360"/>
          </a:xfrm>
          <a:prstGeom prst="rect">
            <a:avLst/>
          </a:prstGeom>
        </p:spPr>
      </p:pic>
      <p:pic>
        <p:nvPicPr>
          <p:cNvPr id="18" name="Picture 17">
            <a:extLst>
              <a:ext uri="{FF2B5EF4-FFF2-40B4-BE49-F238E27FC236}">
                <a16:creationId xmlns:a16="http://schemas.microsoft.com/office/drawing/2014/main" id="{0080671D-A182-635B-AABE-DAD3BDDD3F30}"/>
              </a:ext>
              <a:ext uri="{C183D7F6-B498-43B3-948B-1728B52AA6E4}">
                <adec:decorative xmlns:adec="http://schemas.microsoft.com/office/drawing/2017/decorative" val="1"/>
              </a:ext>
            </a:extLst>
          </p:cNvPr>
          <p:cNvPicPr>
            <a:picLocks noChangeAspect="1"/>
          </p:cNvPicPr>
          <p:nvPr/>
        </p:nvPicPr>
        <p:blipFill rotWithShape="1">
          <a:blip r:embed="rId84" cstate="screen">
            <a:extLst>
              <a:ext uri="{28A0092B-C50C-407E-A947-70E740481C1C}">
                <a14:useLocalDpi xmlns:a14="http://schemas.microsoft.com/office/drawing/2010/main" val="0"/>
              </a:ext>
            </a:extLst>
          </a:blip>
          <a:srcRect/>
          <a:stretch/>
        </p:blipFill>
        <p:spPr>
          <a:xfrm>
            <a:off x="8635516" y="2461830"/>
            <a:ext cx="266135" cy="263525"/>
          </a:xfrm>
          <a:prstGeom prst="rect">
            <a:avLst/>
          </a:prstGeom>
        </p:spPr>
      </p:pic>
      <p:graphicFrame>
        <p:nvGraphicFramePr>
          <p:cNvPr id="239" name="Table 238" descr="Logos and iconography that depict over 50 types of data stores.">
            <a:extLst>
              <a:ext uri="{FF2B5EF4-FFF2-40B4-BE49-F238E27FC236}">
                <a16:creationId xmlns:a16="http://schemas.microsoft.com/office/drawing/2014/main" id="{D0C3CA79-78DA-4B10-DEA0-DC44AA84C215}"/>
              </a:ext>
            </a:extLst>
          </p:cNvPr>
          <p:cNvGraphicFramePr>
            <a:graphicFrameLocks noGrp="1"/>
          </p:cNvGraphicFramePr>
          <p:nvPr/>
        </p:nvGraphicFramePr>
        <p:xfrm>
          <a:off x="4289900" y="1206500"/>
          <a:ext cx="7330599" cy="5117174"/>
        </p:xfrm>
        <a:graphic>
          <a:graphicData uri="http://schemas.openxmlformats.org/drawingml/2006/table">
            <a:tbl>
              <a:tblPr firstRow="1" bandRow="1">
                <a:tableStyleId>{5C22544A-7EE6-4342-B048-85BDC9FD1C3A}</a:tableStyleId>
              </a:tblPr>
              <a:tblGrid>
                <a:gridCol w="814511">
                  <a:extLst>
                    <a:ext uri="{9D8B030D-6E8A-4147-A177-3AD203B41FA5}">
                      <a16:colId xmlns:a16="http://schemas.microsoft.com/office/drawing/2014/main" val="3172989445"/>
                    </a:ext>
                  </a:extLst>
                </a:gridCol>
                <a:gridCol w="814511">
                  <a:extLst>
                    <a:ext uri="{9D8B030D-6E8A-4147-A177-3AD203B41FA5}">
                      <a16:colId xmlns:a16="http://schemas.microsoft.com/office/drawing/2014/main" val="3731230055"/>
                    </a:ext>
                  </a:extLst>
                </a:gridCol>
                <a:gridCol w="814511">
                  <a:extLst>
                    <a:ext uri="{9D8B030D-6E8A-4147-A177-3AD203B41FA5}">
                      <a16:colId xmlns:a16="http://schemas.microsoft.com/office/drawing/2014/main" val="2299713384"/>
                    </a:ext>
                  </a:extLst>
                </a:gridCol>
                <a:gridCol w="814511">
                  <a:extLst>
                    <a:ext uri="{9D8B030D-6E8A-4147-A177-3AD203B41FA5}">
                      <a16:colId xmlns:a16="http://schemas.microsoft.com/office/drawing/2014/main" val="2533724553"/>
                    </a:ext>
                  </a:extLst>
                </a:gridCol>
                <a:gridCol w="814511">
                  <a:extLst>
                    <a:ext uri="{9D8B030D-6E8A-4147-A177-3AD203B41FA5}">
                      <a16:colId xmlns:a16="http://schemas.microsoft.com/office/drawing/2014/main" val="3151963454"/>
                    </a:ext>
                  </a:extLst>
                </a:gridCol>
                <a:gridCol w="814511">
                  <a:extLst>
                    <a:ext uri="{9D8B030D-6E8A-4147-A177-3AD203B41FA5}">
                      <a16:colId xmlns:a16="http://schemas.microsoft.com/office/drawing/2014/main" val="4223511971"/>
                    </a:ext>
                  </a:extLst>
                </a:gridCol>
                <a:gridCol w="814511">
                  <a:extLst>
                    <a:ext uri="{9D8B030D-6E8A-4147-A177-3AD203B41FA5}">
                      <a16:colId xmlns:a16="http://schemas.microsoft.com/office/drawing/2014/main" val="3672713120"/>
                    </a:ext>
                  </a:extLst>
                </a:gridCol>
                <a:gridCol w="814511">
                  <a:extLst>
                    <a:ext uri="{9D8B030D-6E8A-4147-A177-3AD203B41FA5}">
                      <a16:colId xmlns:a16="http://schemas.microsoft.com/office/drawing/2014/main" val="924700482"/>
                    </a:ext>
                  </a:extLst>
                </a:gridCol>
                <a:gridCol w="814511">
                  <a:extLst>
                    <a:ext uri="{9D8B030D-6E8A-4147-A177-3AD203B41FA5}">
                      <a16:colId xmlns:a16="http://schemas.microsoft.com/office/drawing/2014/main" val="158489170"/>
                    </a:ext>
                  </a:extLst>
                </a:gridCol>
              </a:tblGrid>
              <a:tr h="592627">
                <a:tc>
                  <a:txBody>
                    <a:bodyPr/>
                    <a:lstStyle/>
                    <a:p>
                      <a:pPr algn="ctr">
                        <a:lnSpc>
                          <a:spcPct val="100000"/>
                        </a:lnSpc>
                      </a:pPr>
                      <a:r>
                        <a:rPr lang="en-US" sz="600" b="0">
                          <a:solidFill>
                            <a:schemeClr val="bg1"/>
                          </a:solidFill>
                          <a:latin typeface="+mn-lt"/>
                          <a:cs typeface="Segoe Sans Display Semibold" pitchFamily="2" charset="0"/>
                        </a:rPr>
                        <a:t>Azure Database for PostgreSQL</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Databricks Delta Lake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RDS for Oracle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RDS for </a:t>
                      </a:r>
                      <a:br>
                        <a:rPr lang="en-US" sz="600" b="0" kern="1200">
                          <a:solidFill>
                            <a:schemeClr val="bg1"/>
                          </a:solidFill>
                          <a:latin typeface="+mn-lt"/>
                          <a:ea typeface="+mn-ea"/>
                          <a:cs typeface="Segoe Sans Display Semibold" pitchFamily="2" charset="0"/>
                        </a:rPr>
                      </a:br>
                      <a:r>
                        <a:rPr lang="en-US" sz="600" b="0" kern="1200">
                          <a:solidFill>
                            <a:schemeClr val="bg1"/>
                          </a:solidFill>
                          <a:latin typeface="+mn-lt"/>
                          <a:ea typeface="+mn-ea"/>
                          <a:cs typeface="Segoe Sans Display Semibold" pitchFamily="2" charset="0"/>
                        </a:rPr>
                        <a:t>SQL Server</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Redshift</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Phoenix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PostgreSQL</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Presto</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Magento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3237854275"/>
                  </a:ext>
                </a:extLst>
              </a:tr>
              <a:tr h="592627">
                <a:tc>
                  <a:txBody>
                    <a:bodyPr/>
                    <a:lstStyle/>
                    <a:p>
                      <a:pPr algn="ctr">
                        <a:lnSpc>
                          <a:spcPct val="100000"/>
                        </a:lnSpc>
                      </a:pPr>
                      <a:r>
                        <a:rPr lang="en-US" sz="600" b="0" kern="1200">
                          <a:solidFill>
                            <a:schemeClr val="bg1"/>
                          </a:solidFill>
                          <a:latin typeface="+mn-lt"/>
                          <a:ea typeface="+mn-ea"/>
                          <a:cs typeface="Segoe Sans Display Semibold" pitchFamily="2" charset="0"/>
                        </a:rPr>
                        <a:t>Azure SQL Database</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SQL Database Managed Instance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Apache Impala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SQL Database Managed Instance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DB2</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BW Open Hub</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BW via MDX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HANA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Oracle Eloqua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3112924686"/>
                  </a:ext>
                </a:extLst>
              </a:tr>
              <a:tr h="592627">
                <a:tc>
                  <a:txBody>
                    <a:bodyPr/>
                    <a:lstStyle/>
                    <a:p>
                      <a:pPr algn="ctr">
                        <a:lnSpc>
                          <a:spcPct val="100000"/>
                        </a:lnSpc>
                      </a:pPr>
                      <a:r>
                        <a:rPr lang="en-US" sz="600" b="0" kern="1200">
                          <a:solidFill>
                            <a:schemeClr val="bg1"/>
                          </a:solidFill>
                          <a:latin typeface="+mn-lt"/>
                          <a:ea typeface="+mn-ea"/>
                          <a:cs typeface="Segoe Sans Display Semibold" pitchFamily="2" charset="0"/>
                        </a:rPr>
                        <a:t>Azure Table Storage</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MongoDB Atlas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Drill</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Google AdWords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Google BigQuery</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Table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SQL server</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Spark</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PayPal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3638690299"/>
                  </a:ext>
                </a:extLst>
              </a:tr>
              <a:tr h="592627">
                <a:tc>
                  <a:txBody>
                    <a:bodyPr/>
                    <a:lstStyle/>
                    <a:p>
                      <a:pPr algn="ctr">
                        <a:lnSpc>
                          <a:spcPct val="100000"/>
                        </a:lnSpc>
                      </a:pPr>
                      <a:r>
                        <a:rPr lang="pt-BR" sz="600" b="0" kern="1200">
                          <a:solidFill>
                            <a:schemeClr val="bg1"/>
                          </a:solidFill>
                          <a:latin typeface="+mn-lt"/>
                          <a:ea typeface="+mn-ea"/>
                          <a:cs typeface="Segoe Sans Display Semibold" pitchFamily="2" charset="0"/>
                        </a:rPr>
                        <a:t>Azure Cosmos DB </a:t>
                      </a:r>
                      <a:br>
                        <a:rPr lang="pt-BR" sz="600" b="0" kern="1200">
                          <a:solidFill>
                            <a:schemeClr val="bg1"/>
                          </a:solidFill>
                          <a:latin typeface="+mn-lt"/>
                          <a:ea typeface="+mn-ea"/>
                          <a:cs typeface="Segoe Sans Display Semibold" pitchFamily="2" charset="0"/>
                        </a:rPr>
                      </a:br>
                      <a:r>
                        <a:rPr lang="pt-BR" sz="600" b="0" kern="1200">
                          <a:solidFill>
                            <a:schemeClr val="bg1"/>
                          </a:solidFill>
                          <a:latin typeface="+mn-lt"/>
                          <a:ea typeface="+mn-ea"/>
                          <a:cs typeface="Segoe Sans Display Semibold" pitchFamily="2" charset="0"/>
                        </a:rPr>
                        <a:t>(MongoDB API)</a:t>
                      </a:r>
                      <a:endParaRPr lang="en-US" sz="600" b="0" kern="1200">
                        <a:solidFill>
                          <a:schemeClr val="bg1"/>
                        </a:solidFill>
                        <a:latin typeface="+mn-lt"/>
                        <a:ea typeface="+mn-ea"/>
                        <a:cs typeface="Segoe Sans Display Semibold" pitchFamily="2" charset="0"/>
                      </a:endParaRP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Cosmos DB </a:t>
                      </a:r>
                      <a:br>
                        <a:rPr lang="en-US" sz="600" b="0" kern="1200">
                          <a:solidFill>
                            <a:schemeClr val="bg1"/>
                          </a:solidFill>
                          <a:latin typeface="+mn-lt"/>
                          <a:ea typeface="+mn-ea"/>
                          <a:cs typeface="Segoe Sans Display Semibold" pitchFamily="2" charset="0"/>
                        </a:rPr>
                      </a:br>
                      <a:r>
                        <a:rPr lang="en-US" sz="600" b="0" kern="1200">
                          <a:solidFill>
                            <a:schemeClr val="bg1"/>
                          </a:solidFill>
                          <a:latin typeface="+mn-lt"/>
                          <a:ea typeface="+mn-ea"/>
                          <a:cs typeface="Segoe Sans Display Semibold" pitchFamily="2" charset="0"/>
                        </a:rPr>
                        <a:t>(SQLAPI)</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Greenplum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HBase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Hive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S3</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S3 Compatible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FTP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Cloud For Customer</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4072296457"/>
                  </a:ext>
                </a:extLst>
              </a:tr>
              <a:tr h="772438">
                <a:tc>
                  <a:txBody>
                    <a:bodyPr/>
                    <a:lstStyle/>
                    <a:p>
                      <a:pPr algn="ctr">
                        <a:lnSpc>
                          <a:spcPct val="100000"/>
                        </a:lnSpc>
                      </a:pPr>
                      <a:r>
                        <a:rPr lang="en-US" sz="600" b="0" kern="1200">
                          <a:solidFill>
                            <a:schemeClr val="bg1"/>
                          </a:solidFill>
                          <a:latin typeface="+mn-lt"/>
                          <a:ea typeface="+mn-ea"/>
                          <a:cs typeface="Segoe Sans Display Semibold" pitchFamily="2" charset="0"/>
                        </a:rPr>
                        <a:t> Azure Data Lake Storage Gen1</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marL="0" algn="ctr" defTabSz="914225" rtl="0" eaLnBrk="1" latinLnBrk="0" hangingPunct="1">
                        <a:lnSpc>
                          <a:spcPct val="100000"/>
                        </a:lnSpc>
                      </a:pPr>
                      <a:r>
                        <a:rPr lang="en-US" sz="600" b="0" kern="1200" spc="0" baseline="0">
                          <a:solidFill>
                            <a:schemeClr val="bg1"/>
                          </a:solidFill>
                          <a:latin typeface="+mn-lt"/>
                          <a:ea typeface="+mn-ea"/>
                          <a:cs typeface="Segoe Sans Display Semibold" pitchFamily="2" charset="0"/>
                        </a:rPr>
                        <a:t>Azure Data Lake Storage Gen1 for Cosmos </a:t>
                      </a:r>
                      <a:br>
                        <a:rPr lang="en-US" sz="600" b="0" kern="1200" spc="0" baseline="0">
                          <a:solidFill>
                            <a:schemeClr val="bg1"/>
                          </a:solidFill>
                          <a:latin typeface="+mn-lt"/>
                          <a:ea typeface="+mn-ea"/>
                          <a:cs typeface="Segoe Sans Display Semibold" pitchFamily="2" charset="0"/>
                        </a:rPr>
                      </a:br>
                      <a:r>
                        <a:rPr lang="en-US" sz="600" b="0" kern="1200" spc="0" baseline="0">
                          <a:solidFill>
                            <a:schemeClr val="bg1"/>
                          </a:solidFill>
                          <a:latin typeface="+mn-lt"/>
                          <a:ea typeface="+mn-ea"/>
                          <a:cs typeface="Segoe Sans Display Semibold" pitchFamily="2" charset="0"/>
                        </a:rPr>
                        <a:t>Structured Stream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Informix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MariaDB</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Microsoft Access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File system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Google Cloud Storage (S3APD)</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HDFS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Salesforce Marketing Cloud</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2628455013"/>
                  </a:ext>
                </a:extLst>
              </a:tr>
              <a:tr h="772438">
                <a:tc>
                  <a:txBody>
                    <a:bodyPr/>
                    <a:lstStyle/>
                    <a:p>
                      <a:pPr algn="ctr">
                        <a:lnSpc>
                          <a:spcPct val="100000"/>
                        </a:lnSpc>
                      </a:pPr>
                      <a:r>
                        <a:rPr lang="en-US" sz="600" b="0" kern="1200" spc="0" baseline="0">
                          <a:solidFill>
                            <a:schemeClr val="bg1"/>
                          </a:solidFill>
                          <a:latin typeface="+mn-lt"/>
                          <a:ea typeface="+mn-ea"/>
                          <a:cs typeface="Segoe Sans Display Semibold" pitchFamily="2" charset="0"/>
                        </a:rPr>
                        <a:t>Azure Data Lake Storage Gen1 for Cosmos </a:t>
                      </a:r>
                      <a:br>
                        <a:rPr lang="en-US" sz="600" b="0" kern="1200" spc="0" baseline="0">
                          <a:solidFill>
                            <a:schemeClr val="bg1"/>
                          </a:solidFill>
                          <a:latin typeface="+mn-lt"/>
                          <a:ea typeface="+mn-ea"/>
                          <a:cs typeface="Segoe Sans Display Semibold" pitchFamily="2" charset="0"/>
                        </a:rPr>
                      </a:br>
                      <a:r>
                        <a:rPr lang="en-US" sz="600" b="0" kern="1200" spc="0" baseline="0">
                          <a:solidFill>
                            <a:schemeClr val="bg1"/>
                          </a:solidFill>
                          <a:latin typeface="+mn-lt"/>
                          <a:ea typeface="+mn-ea"/>
                          <a:cs typeface="Segoe Sans Display Semibold" pitchFamily="2" charset="0"/>
                        </a:rPr>
                        <a:t>Structured Stream</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Database for MariaDB</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MySQL</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Netezza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Oracle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HTTP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Oracle Cloud Storage (S3AP)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SFTP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Shopify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1044393332"/>
                  </a:ext>
                </a:extLst>
              </a:tr>
              <a:tr h="592627">
                <a:tc>
                  <a:txBody>
                    <a:bodyPr/>
                    <a:lstStyle/>
                    <a:p>
                      <a:pPr algn="ctr">
                        <a:lnSpc>
                          <a:spcPct val="100000"/>
                        </a:lnSpc>
                      </a:pPr>
                      <a:r>
                        <a:rPr lang="en-US" sz="600" b="0">
                          <a:solidFill>
                            <a:schemeClr val="bg1"/>
                          </a:solidFill>
                          <a:latin typeface="+mn-lt"/>
                          <a:cs typeface="Segoe Sans Display Semibold" pitchFamily="2" charset="0"/>
                        </a:rPr>
                        <a:t>Teradata</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Vertica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ODBC</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OData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REST</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Amazon Marketplace Web Service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Concur (Preview)</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Dataverse (Common Data Service for App)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Web Table</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1691020057"/>
                  </a:ext>
                </a:extLst>
              </a:tr>
              <a:tr h="592627">
                <a:tc>
                  <a:txBody>
                    <a:bodyPr/>
                    <a:lstStyle/>
                    <a:p>
                      <a:pPr algn="ctr">
                        <a:lnSpc>
                          <a:spcPct val="100000"/>
                        </a:lnSpc>
                      </a:pPr>
                      <a:r>
                        <a:rPr lang="en-US" sz="600" b="0">
                          <a:solidFill>
                            <a:schemeClr val="bg1"/>
                          </a:solidFill>
                          <a:latin typeface="+mn-lt"/>
                          <a:cs typeface="Segoe Sans Display Semibold" pitchFamily="2" charset="0"/>
                        </a:rPr>
                        <a:t>Jira</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Kusto</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SharePoint Online List</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lang="en-US" sz="600" b="0">
                          <a:solidFill>
                            <a:schemeClr val="bg1"/>
                          </a:solidFill>
                          <a:latin typeface="+mn-lt"/>
                          <a:cs typeface="Segoe Sans Display Semibold" pitchFamily="2" charset="0"/>
                        </a:rPr>
                        <a:t>Dynamics 365</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lang="en-US" sz="600" b="0">
                          <a:solidFill>
                            <a:schemeClr val="bg1"/>
                          </a:solidFill>
                          <a:latin typeface="+mn-lt"/>
                          <a:cs typeface="Segoe Sans Display Semibold" pitchFamily="2" charset="0"/>
                        </a:rPr>
                        <a:t>Dynamics AX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lang="en-US" sz="600" b="0">
                          <a:solidFill>
                            <a:schemeClr val="bg1"/>
                          </a:solidFill>
                          <a:latin typeface="+mn-lt"/>
                          <a:cs typeface="Segoe Sans Display Semibold" pitchFamily="2" charset="0"/>
                        </a:rPr>
                        <a:t>Dynamics CRM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Cassandra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Couchbase (Preview)</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MongoDB</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51262250"/>
                  </a:ext>
                </a:extLst>
              </a:tr>
            </a:tbl>
          </a:graphicData>
        </a:graphic>
      </p:graphicFrame>
      <p:sp>
        <p:nvSpPr>
          <p:cNvPr id="9" name="Slide Number Placeholder 8">
            <a:extLst>
              <a:ext uri="{FF2B5EF4-FFF2-40B4-BE49-F238E27FC236}">
                <a16:creationId xmlns:a16="http://schemas.microsoft.com/office/drawing/2014/main" id="{15CD297E-2934-96C7-A061-50B42F3F8B37}"/>
              </a:ext>
              <a:ext uri="{C183D7F6-B498-43B3-948B-1728B52AA6E4}">
                <adec:decorative xmlns:adec="http://schemas.microsoft.com/office/drawing/2017/decorative" val="1"/>
              </a:ext>
            </a:extLst>
          </p:cNvPr>
          <p:cNvSpPr>
            <a:spLocks noGrp="1"/>
          </p:cNvSpPr>
          <p:nvPr>
            <p:ph type="sldNum" sz="quarter" idx="11"/>
          </p:nvPr>
        </p:nvSpPr>
        <p:spPr/>
        <p:txBody>
          <a:bodyPr/>
          <a:lstStyle/>
          <a:p>
            <a:fld id="{B1356FBF-028C-F74E-A7B4-9B8ED246DD1B}" type="slidenum">
              <a:rPr lang="en-US" smtClean="0"/>
              <a:pPr/>
              <a:t>17</a:t>
            </a:fld>
            <a:endParaRPr lang="en-US"/>
          </a:p>
        </p:txBody>
      </p:sp>
      <p:sp>
        <p:nvSpPr>
          <p:cNvPr id="2" name="Footer Placeholder 1">
            <a:extLst>
              <a:ext uri="{FF2B5EF4-FFF2-40B4-BE49-F238E27FC236}">
                <a16:creationId xmlns:a16="http://schemas.microsoft.com/office/drawing/2014/main" id="{706876AF-4BBB-C5F1-F240-6401C2EA37F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dirty="0"/>
              <a:t>Microsoft Fabric</a:t>
            </a:r>
          </a:p>
        </p:txBody>
      </p:sp>
    </p:spTree>
    <p:extLst>
      <p:ext uri="{BB962C8B-B14F-4D97-AF65-F5344CB8AC3E}">
        <p14:creationId xmlns:p14="http://schemas.microsoft.com/office/powerpoint/2010/main" val="35083024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nodeType="withEffect">
                                  <p:stCondLst>
                                    <p:cond delay="0"/>
                                  </p:stCondLst>
                                  <p:childTnLst>
                                    <p:set>
                                      <p:cBhvr>
                                        <p:cTn id="30" dur="1" fill="hold">
                                          <p:stCondLst>
                                            <p:cond delay="0"/>
                                          </p:stCondLst>
                                        </p:cTn>
                                        <p:tgtEl>
                                          <p:spTgt spid="1045"/>
                                        </p:tgtEl>
                                        <p:attrNameLst>
                                          <p:attrName>style.visibility</p:attrName>
                                        </p:attrNameLst>
                                      </p:cBhvr>
                                      <p:to>
                                        <p:strVal val="visible"/>
                                      </p:to>
                                    </p:set>
                                    <p:animEffect transition="in" filter="fade">
                                      <p:cBhvr>
                                        <p:cTn id="31" dur="500"/>
                                        <p:tgtEl>
                                          <p:spTgt spid="1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7" grpId="0" animBg="1"/>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049CC1-E8E5-4337-BCAA-FE9B52D91939}"/>
              </a:ext>
            </a:extLst>
          </p:cNvPr>
          <p:cNvSpPr>
            <a:spLocks noGrp="1"/>
          </p:cNvSpPr>
          <p:nvPr>
            <p:ph type="title"/>
          </p:nvPr>
        </p:nvSpPr>
        <p:spPr/>
        <p:txBody>
          <a:bodyPr/>
          <a:lstStyle/>
          <a:p>
            <a:r>
              <a:rPr lang="fr-FR" dirty="0"/>
              <a:t>Merci pour votre attention !</a:t>
            </a:r>
          </a:p>
        </p:txBody>
      </p:sp>
    </p:spTree>
    <p:extLst>
      <p:ext uri="{BB962C8B-B14F-4D97-AF65-F5344CB8AC3E}">
        <p14:creationId xmlns:p14="http://schemas.microsoft.com/office/powerpoint/2010/main" val="1971543346"/>
      </p:ext>
    </p:extLst>
  </p:cSld>
  <p:clrMapOvr>
    <a:masterClrMapping/>
  </p:clrMapOvr>
</p:sld>
</file>

<file path=ppt/theme/theme1.xml><?xml version="1.0" encoding="utf-8"?>
<a:theme xmlns:a="http://schemas.openxmlformats.org/drawingml/2006/main" name="Contenus modifiables - Sans images">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790055D3-FEA8-465A-B1BC-DB67307BE18F}"/>
    </a:ext>
  </a:extLst>
</a:theme>
</file>

<file path=ppt/theme/theme2.xml><?xml version="1.0" encoding="utf-8"?>
<a:theme xmlns:a="http://schemas.openxmlformats.org/drawingml/2006/main" name="Fond foncé / Case Studies ">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A3FF9BA3-A5CE-45F6-9F35-44F6F663DE3C}"/>
    </a:ext>
  </a:extLst>
</a:theme>
</file>

<file path=ppt/theme/theme3.xml><?xml version="1.0" encoding="utf-8"?>
<a:theme xmlns:a="http://schemas.openxmlformats.org/drawingml/2006/main" name="Contenus modifiables - Avec images">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F859637B-3E74-467B-A890-48EA74F544D8}"/>
    </a:ext>
  </a:extLst>
</a:theme>
</file>

<file path=ppt/theme/theme4.xml><?xml version="1.0" encoding="utf-8"?>
<a:theme xmlns:a="http://schemas.openxmlformats.org/drawingml/2006/main" name="Titres et transitions">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A7CA2657-9FAD-493D-A9E1-740CCEC82D0D}"/>
    </a:ext>
  </a:extLst>
</a:theme>
</file>

<file path=ppt/theme/theme5.xml><?xml version="1.0" encoding="utf-8"?>
<a:theme xmlns:a="http://schemas.openxmlformats.org/drawingml/2006/main" name="One slide">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54AD6146-C61F-4599-8DF2-E88D49A70F07}"/>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D558611E1DA6478A650841BFB77F5E" ma:contentTypeVersion="14" ma:contentTypeDescription="Crée un document." ma:contentTypeScope="" ma:versionID="c82ab45cf453f3574122296fce2d7cca">
  <xsd:schema xmlns:xsd="http://www.w3.org/2001/XMLSchema" xmlns:xs="http://www.w3.org/2001/XMLSchema" xmlns:p="http://schemas.microsoft.com/office/2006/metadata/properties" xmlns:ns3="df2ea1e8-ba2a-4829-b73a-7a715fa1e7a0" xmlns:ns4="6e5efd44-86da-47f0-93ad-4f904b378f78" targetNamespace="http://schemas.microsoft.com/office/2006/metadata/properties" ma:root="true" ma:fieldsID="3952b8dc76855966a72dae7abebc3c25" ns3:_="" ns4:_="">
    <xsd:import namespace="df2ea1e8-ba2a-4829-b73a-7a715fa1e7a0"/>
    <xsd:import namespace="6e5efd44-86da-47f0-93ad-4f904b378f7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2ea1e8-ba2a-4829-b73a-7a715fa1e7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5efd44-86da-47f0-93ad-4f904b378f78"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167F07-E63F-4550-A954-74DE2EF8E426}">
  <ds:schemaRefs>
    <ds:schemaRef ds:uri="6e5efd44-86da-47f0-93ad-4f904b378f78"/>
    <ds:schemaRef ds:uri="df2ea1e8-ba2a-4829-b73a-7a715fa1e7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03A1B4-B1FA-4808-BD65-80B7937CFA00}">
  <ds:schemaRefs>
    <ds:schemaRef ds:uri="http://schemas.microsoft.com/sharepoint/v3/contenttype/forms"/>
  </ds:schemaRefs>
</ds:datastoreItem>
</file>

<file path=customXml/itemProps3.xml><?xml version="1.0" encoding="utf-8"?>
<ds:datastoreItem xmlns:ds="http://schemas.openxmlformats.org/officeDocument/2006/customXml" ds:itemID="{D8BADEA7-B45A-4EC5-8E29-738DAB008659}">
  <ds:schemaRefs>
    <ds:schemaRef ds:uri="df2ea1e8-ba2a-4829-b73a-7a715fa1e7a0"/>
    <ds:schemaRef ds:uri="http://schemas.microsoft.com/office/2006/metadata/properties"/>
    <ds:schemaRef ds:uri="http://purl.org/dc/terms/"/>
    <ds:schemaRef ds:uri="http://schemas.microsoft.com/office/2006/documentManagement/types"/>
    <ds:schemaRef ds:uri="http://purl.org/dc/dcmitype/"/>
    <ds:schemaRef ds:uri="6e5efd44-86da-47f0-93ad-4f904b378f78"/>
    <ds:schemaRef ds:uri="http://purl.org/dc/elements/1.1/"/>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EXPERTIME-PowerPoint_2022</Template>
  <TotalTime>9</TotalTime>
  <Words>2016</Words>
  <Application>Microsoft Office PowerPoint</Application>
  <PresentationFormat>Grand écran</PresentationFormat>
  <Paragraphs>246</Paragraphs>
  <Slides>18</Slides>
  <Notes>6</Notes>
  <HiddenSlides>0</HiddenSlides>
  <MMClips>0</MMClips>
  <ScaleCrop>false</ScaleCrop>
  <HeadingPairs>
    <vt:vector size="6" baseType="variant">
      <vt:variant>
        <vt:lpstr>Polices utilisées</vt:lpstr>
      </vt:variant>
      <vt:variant>
        <vt:i4>14</vt:i4>
      </vt:variant>
      <vt:variant>
        <vt:lpstr>Thème</vt:lpstr>
      </vt:variant>
      <vt:variant>
        <vt:i4>5</vt:i4>
      </vt:variant>
      <vt:variant>
        <vt:lpstr>Titres des diapositives</vt:lpstr>
      </vt:variant>
      <vt:variant>
        <vt:i4>18</vt:i4>
      </vt:variant>
    </vt:vector>
  </HeadingPairs>
  <TitlesOfParts>
    <vt:vector size="37" baseType="lpstr">
      <vt:lpstr>Aptos</vt:lpstr>
      <vt:lpstr>Arial</vt:lpstr>
      <vt:lpstr>Calibri</vt:lpstr>
      <vt:lpstr>Quattrocento Sans</vt:lpstr>
      <vt:lpstr>Segoe Sans Display</vt:lpstr>
      <vt:lpstr>Segoe Sans Display Semibold</vt:lpstr>
      <vt:lpstr>Segoe Sans Small Semilight</vt:lpstr>
      <vt:lpstr>Segoe Sans Text</vt:lpstr>
      <vt:lpstr>Segoe Sans Text Semilight</vt:lpstr>
      <vt:lpstr>Segoe UI</vt:lpstr>
      <vt:lpstr>Segoe UI Semibold</vt:lpstr>
      <vt:lpstr>Symbol</vt:lpstr>
      <vt:lpstr>Times New Roman</vt:lpstr>
      <vt:lpstr>Wingdings</vt:lpstr>
      <vt:lpstr>Contenus modifiables - Sans images</vt:lpstr>
      <vt:lpstr>Fond foncé / Case Studies </vt:lpstr>
      <vt:lpstr>Contenus modifiables - Avec images</vt:lpstr>
      <vt:lpstr>Titres et transitions</vt:lpstr>
      <vt:lpstr>One slide</vt:lpstr>
      <vt:lpstr>Formation MS Fabric</vt:lpstr>
      <vt:lpstr>Customers enhancing their data estate face immense complexity</vt:lpstr>
      <vt:lpstr>Microsoft Fabric  </vt:lpstr>
      <vt:lpstr>Fabric workloads for end-to-end analytics</vt:lpstr>
      <vt:lpstr>Data Factory workload</vt:lpstr>
      <vt:lpstr>Data Factory</vt:lpstr>
      <vt:lpstr>Data Factory scenario</vt:lpstr>
      <vt:lpstr>Ingest Data</vt:lpstr>
      <vt:lpstr>Data Factory  </vt:lpstr>
      <vt:lpstr>Data Pipelines</vt:lpstr>
      <vt:lpstr>Data Pipelines | Connectors</vt:lpstr>
      <vt:lpstr>Data Pipelines | Sample data</vt:lpstr>
      <vt:lpstr>Data Pipelines | Lakehouse copy assist</vt:lpstr>
      <vt:lpstr>Data Pipelines | Templates</vt:lpstr>
      <vt:lpstr>Dataflow</vt:lpstr>
      <vt:lpstr>Dataflow | Output to Lakehouse</vt:lpstr>
      <vt:lpstr>Unifying data in OneLake</vt:lpstr>
      <vt:lpstr>Merci pour votre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ETIENNE</dc:creator>
  <cp:lastModifiedBy>Nicholas ETIENNE</cp:lastModifiedBy>
  <cp:revision>1</cp:revision>
  <dcterms:created xsi:type="dcterms:W3CDTF">2025-07-10T13:49:56Z</dcterms:created>
  <dcterms:modified xsi:type="dcterms:W3CDTF">2025-07-10T13:58:59Z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0x010100D3D558611E1DA6478A650841BFB77F5E</vt:lpwstr>
  </property>
</Properties>
</file>